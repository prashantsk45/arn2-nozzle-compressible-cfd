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85" r:id="rId5"/>
    <p:sldId id="259" r:id="rId6"/>
    <p:sldId id="260" r:id="rId7"/>
    <p:sldId id="284" r:id="rId8"/>
    <p:sldId id="261" r:id="rId9"/>
    <p:sldId id="262" r:id="rId10"/>
    <p:sldId id="263" r:id="rId11"/>
    <p:sldId id="264" r:id="rId12"/>
    <p:sldId id="265" r:id="rId13"/>
    <p:sldId id="266" r:id="rId14"/>
    <p:sldId id="275" r:id="rId15"/>
    <p:sldId id="267" r:id="rId16"/>
    <p:sldId id="268" r:id="rId17"/>
    <p:sldId id="276" r:id="rId18"/>
    <p:sldId id="269" r:id="rId19"/>
    <p:sldId id="270" r:id="rId20"/>
    <p:sldId id="277" r:id="rId21"/>
    <p:sldId id="271" r:id="rId22"/>
    <p:sldId id="278" r:id="rId23"/>
    <p:sldId id="272" r:id="rId24"/>
    <p:sldId id="279" r:id="rId25"/>
    <p:sldId id="273" r:id="rId26"/>
    <p:sldId id="280" r:id="rId27"/>
    <p:sldId id="274" r:id="rId28"/>
    <p:sldId id="281" r:id="rId29"/>
    <p:sldId id="282" r:id="rId30"/>
    <p:sldId id="283" r:id="rId31"/>
    <p:sldId id="286" r:id="rId3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55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1003427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42831" y="2688399"/>
            <a:ext cx="6919595" cy="2511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jpg"/><Relationship Id="rId7" Type="http://schemas.openxmlformats.org/officeDocument/2006/relationships/image" Target="../media/image20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g"/><Relationship Id="rId5" Type="http://schemas.openxmlformats.org/officeDocument/2006/relationships/image" Target="../media/image18.jpg"/><Relationship Id="rId4" Type="http://schemas.openxmlformats.org/officeDocument/2006/relationships/image" Target="../media/image17.jpg"/><Relationship Id="rId9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2.png"/><Relationship Id="rId18" Type="http://schemas.openxmlformats.org/officeDocument/2006/relationships/image" Target="../media/image57.png"/><Relationship Id="rId26" Type="http://schemas.openxmlformats.org/officeDocument/2006/relationships/image" Target="../media/image65.png"/><Relationship Id="rId39" Type="http://schemas.openxmlformats.org/officeDocument/2006/relationships/image" Target="../media/image78.png"/><Relationship Id="rId21" Type="http://schemas.openxmlformats.org/officeDocument/2006/relationships/image" Target="../media/image60.png"/><Relationship Id="rId34" Type="http://schemas.openxmlformats.org/officeDocument/2006/relationships/image" Target="../media/image73.png"/><Relationship Id="rId42" Type="http://schemas.openxmlformats.org/officeDocument/2006/relationships/image" Target="../media/image81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6" Type="http://schemas.openxmlformats.org/officeDocument/2006/relationships/image" Target="../media/image55.png"/><Relationship Id="rId20" Type="http://schemas.openxmlformats.org/officeDocument/2006/relationships/image" Target="../media/image59.png"/><Relationship Id="rId29" Type="http://schemas.openxmlformats.org/officeDocument/2006/relationships/image" Target="../media/image68.png"/><Relationship Id="rId41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24" Type="http://schemas.openxmlformats.org/officeDocument/2006/relationships/image" Target="../media/image63.png"/><Relationship Id="rId32" Type="http://schemas.openxmlformats.org/officeDocument/2006/relationships/image" Target="../media/image71.png"/><Relationship Id="rId37" Type="http://schemas.openxmlformats.org/officeDocument/2006/relationships/image" Target="../media/image76.png"/><Relationship Id="rId40" Type="http://schemas.openxmlformats.org/officeDocument/2006/relationships/image" Target="../media/image79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23" Type="http://schemas.openxmlformats.org/officeDocument/2006/relationships/image" Target="../media/image62.png"/><Relationship Id="rId28" Type="http://schemas.openxmlformats.org/officeDocument/2006/relationships/image" Target="../media/image67.png"/><Relationship Id="rId36" Type="http://schemas.openxmlformats.org/officeDocument/2006/relationships/image" Target="../media/image75.png"/><Relationship Id="rId10" Type="http://schemas.openxmlformats.org/officeDocument/2006/relationships/image" Target="../media/image49.png"/><Relationship Id="rId19" Type="http://schemas.openxmlformats.org/officeDocument/2006/relationships/image" Target="../media/image58.png"/><Relationship Id="rId31" Type="http://schemas.openxmlformats.org/officeDocument/2006/relationships/image" Target="../media/image70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Relationship Id="rId22" Type="http://schemas.openxmlformats.org/officeDocument/2006/relationships/image" Target="../media/image61.png"/><Relationship Id="rId27" Type="http://schemas.openxmlformats.org/officeDocument/2006/relationships/image" Target="../media/image66.png"/><Relationship Id="rId30" Type="http://schemas.openxmlformats.org/officeDocument/2006/relationships/image" Target="../media/image69.png"/><Relationship Id="rId35" Type="http://schemas.openxmlformats.org/officeDocument/2006/relationships/image" Target="../media/image74.png"/><Relationship Id="rId43" Type="http://schemas.openxmlformats.org/officeDocument/2006/relationships/image" Target="../media/image82.png"/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5" Type="http://schemas.openxmlformats.org/officeDocument/2006/relationships/image" Target="../media/image64.png"/><Relationship Id="rId33" Type="http://schemas.openxmlformats.org/officeDocument/2006/relationships/image" Target="../media/image72.png"/><Relationship Id="rId38" Type="http://schemas.openxmlformats.org/officeDocument/2006/relationships/image" Target="../media/image7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tmbwg.github.io/turbmodels/jetsubsonic_val.html" TargetMode="External"/><Relationship Id="rId2" Type="http://schemas.openxmlformats.org/officeDocument/2006/relationships/hyperlink" Target="https://tmbwg.github.io/turbmodels/index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trs.nasa.gov/api/citations/20110023688/downloads/20110023688.pdf" TargetMode="External"/><Relationship Id="rId5" Type="http://schemas.openxmlformats.org/officeDocument/2006/relationships/hyperlink" Target="https://ntrs.nasa.gov/citations/20110023688" TargetMode="External"/><Relationship Id="rId4" Type="http://schemas.openxmlformats.org/officeDocument/2006/relationships/hyperlink" Target="https://tmbwg.github.io/turbmodels/jetsubsonic_grid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2387600"/>
            </a:xfrm>
            <a:custGeom>
              <a:avLst/>
              <a:gdLst/>
              <a:ahLst/>
              <a:cxnLst/>
              <a:rect l="l" t="t" r="r" b="b"/>
              <a:pathLst>
                <a:path w="12192000" h="2387600">
                  <a:moveTo>
                    <a:pt x="12192000" y="0"/>
                  </a:moveTo>
                  <a:lnTo>
                    <a:pt x="0" y="0"/>
                  </a:lnTo>
                  <a:lnTo>
                    <a:pt x="0" y="2387600"/>
                  </a:lnTo>
                  <a:lnTo>
                    <a:pt x="12192000" y="23876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6072" y="27432"/>
              <a:ext cx="11231118" cy="166801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05528" y="850391"/>
              <a:ext cx="3170681" cy="1668017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044346" y="217754"/>
            <a:ext cx="10106660" cy="216789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065" marR="5080" algn="ctr">
              <a:lnSpc>
                <a:spcPts val="6480"/>
              </a:lnSpc>
              <a:spcBef>
                <a:spcPts val="915"/>
              </a:spcBef>
            </a:pPr>
            <a:r>
              <a:rPr sz="6000" dirty="0"/>
              <a:t>Compressible</a:t>
            </a:r>
            <a:r>
              <a:rPr sz="6000" spc="-90" dirty="0"/>
              <a:t> </a:t>
            </a:r>
            <a:r>
              <a:rPr sz="6000" dirty="0"/>
              <a:t>Flow</a:t>
            </a:r>
            <a:r>
              <a:rPr sz="6000" spc="-85" dirty="0"/>
              <a:t> </a:t>
            </a:r>
            <a:r>
              <a:rPr sz="6000" dirty="0"/>
              <a:t>in</a:t>
            </a:r>
            <a:r>
              <a:rPr sz="6000" spc="-85" dirty="0"/>
              <a:t> </a:t>
            </a:r>
            <a:r>
              <a:rPr sz="6000" spc="-10" dirty="0"/>
              <a:t>Converging Nozzle</a:t>
            </a:r>
            <a:endParaRPr sz="6000"/>
          </a:p>
          <a:p>
            <a:pPr algn="ctr">
              <a:lnSpc>
                <a:spcPct val="100000"/>
              </a:lnSpc>
              <a:spcBef>
                <a:spcPts val="210"/>
              </a:spcBef>
            </a:pPr>
            <a:r>
              <a:rPr sz="2400" dirty="0">
                <a:solidFill>
                  <a:srgbClr val="00AFEF"/>
                </a:solidFill>
                <a:latin typeface="Calibri"/>
                <a:cs typeface="Calibri"/>
              </a:rPr>
              <a:t>Prepared by: Prashant Kamble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56678" y="3428936"/>
            <a:ext cx="10668000" cy="2714625"/>
            <a:chOff x="856678" y="3428936"/>
            <a:chExt cx="10668000" cy="271462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6678" y="3428936"/>
              <a:ext cx="6279769" cy="271437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16799" y="3428936"/>
              <a:ext cx="4057015" cy="271437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7478" y="3428936"/>
              <a:ext cx="6279769" cy="271437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67599" y="3428936"/>
              <a:ext cx="4057015" cy="271437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Introduction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811782"/>
            <a:ext cx="10034270" cy="3279744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 dirty="0">
                <a:latin typeface="Calibri"/>
              </a:rPr>
              <a:t>Objectives: </a:t>
            </a:r>
            <a:r>
              <a:rPr sz="2000" b="0" dirty="0">
                <a:latin typeface="Calibri"/>
              </a:rPr>
              <a:t>I perform a comprehensive numerical simulation of compressible subsonic flow in a converging nozzle, validated against experimental measurements and NASA CFD results.</a:t>
            </a:r>
          </a:p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 dirty="0">
                <a:latin typeface="Calibri"/>
              </a:rPr>
              <a:t>Thrust Evaluation: </a:t>
            </a:r>
            <a:r>
              <a:rPr sz="2000" b="0" dirty="0">
                <a:latin typeface="Calibri"/>
              </a:rPr>
              <a:t>The thrust generated by the nozzle is computationally evaluated and validated against theoretical limits.</a:t>
            </a:r>
          </a:p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 dirty="0">
                <a:latin typeface="Calibri"/>
              </a:rPr>
              <a:t>Numerical Framework: </a:t>
            </a:r>
            <a:r>
              <a:rPr sz="2000" b="0" dirty="0">
                <a:latin typeface="Calibri"/>
              </a:rPr>
              <a:t>The computational workflow utilizes ANSYS </a:t>
            </a:r>
            <a:r>
              <a:rPr sz="2000" b="0" dirty="0" err="1">
                <a:latin typeface="Calibri"/>
              </a:rPr>
              <a:t>DesignModeler</a:t>
            </a:r>
            <a:r>
              <a:rPr sz="2000" b="0" dirty="0">
                <a:latin typeface="Calibri"/>
              </a:rPr>
              <a:t> for geometry construction, ANSYS Meshing for structured grid generation, and ANSYS Fluent as the finite volume solver.</a:t>
            </a:r>
          </a:p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 dirty="0">
                <a:latin typeface="Calibri"/>
              </a:rPr>
              <a:t>Validation Parameters: </a:t>
            </a:r>
            <a:r>
              <a:rPr sz="2000" b="0" dirty="0">
                <a:latin typeface="Calibri"/>
              </a:rPr>
              <a:t>Key aerodynamic parameters, specifically the centerline axial velocity and radial velocity distributions, are compared to assess model fidelity.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Calibri"/>
              </a:defRPr>
            </a:pPr>
            <a:r>
              <a:t>CFD Study of Compressible Flow in ARN2 Nozzle  |  Prashant Kamble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Introduction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811782"/>
            <a:ext cx="9005570" cy="2048638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 dirty="0">
                <a:latin typeface="Calibri"/>
              </a:rPr>
              <a:t>Reference Case: </a:t>
            </a:r>
            <a:r>
              <a:rPr sz="2000" b="0" dirty="0">
                <a:latin typeface="Calibri"/>
              </a:rPr>
              <a:t>This validation study focuses on the ARN2 (Axisymmetric Radio Nozzle 2) geometry, a benchmark case obtained from the NASA Turbulence Modeling Resource (TMR).</a:t>
            </a:r>
            <a:br>
              <a:rPr lang="en-US" sz="2000" b="0" dirty="0">
                <a:latin typeface="Calibri"/>
              </a:rPr>
            </a:br>
            <a:endParaRPr sz="2000" b="0" dirty="0">
              <a:latin typeface="Calibri"/>
            </a:endParaRPr>
          </a:p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 dirty="0">
                <a:latin typeface="Calibri"/>
              </a:rPr>
              <a:t>Geometric Specifications: </a:t>
            </a:r>
            <a:r>
              <a:rPr sz="2000" b="0" dirty="0">
                <a:latin typeface="Calibri"/>
              </a:rPr>
              <a:t>The detailed geometry profile and coordinate specifications are derived from NASA Technical Reports (NASA/TM-2005-213799).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Calibri"/>
              </a:defRPr>
            </a:pPr>
            <a:r>
              <a:t>CFD Study of Compressible Flow in ARN2 Nozzle  |  Prashant Kamble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4">
            <a:extLst>
              <a:ext uri="{FF2B5EF4-FFF2-40B4-BE49-F238E27FC236}">
                <a16:creationId xmlns:a16="http://schemas.microsoft.com/office/drawing/2014/main" id="{2351FF3F-1EA2-B480-5132-D5A30F3C47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381000"/>
            <a:ext cx="6705600" cy="5638800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7F5B38EE-D77E-E91B-0C38-264886AAF8E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05600" y="2832340"/>
            <a:ext cx="4284453" cy="31874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Calibri"/>
              </a:defRPr>
            </a:pPr>
            <a:r>
              <a:t>CFD Study of Compressible Flow in ARN2 Nozzle  |  Prashant Kamble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Calibri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14179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Geometry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811782"/>
            <a:ext cx="5633085" cy="41116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>
                <a:latin typeface="Calibri"/>
              </a:rPr>
              <a:t>Geometry Derivation: </a:t>
            </a:r>
            <a:r>
              <a:rPr sz="2000" b="0">
                <a:latin typeface="Calibri"/>
              </a:rPr>
              <a:t>The nozzle inner contour is modeled from x = 0 to x = 6.825 inches using reference coordinate polynomials.</a:t>
            </a:r>
          </a:p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>
                <a:latin typeface="Calibri"/>
              </a:rPr>
              <a:t>Domain Boundaries: </a:t>
            </a:r>
            <a:r>
              <a:rPr sz="2000" b="0">
                <a:latin typeface="Calibri"/>
              </a:rPr>
              <a:t>The computational domain spans from -12.5 inches upstream of the exit to 80.0 inches downstream, extending 50.0 inches radially at the inlet and 60.0 inches at the outlet, representing a free-jet configuration.</a:t>
            </a:r>
          </a:p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>
                <a:latin typeface="Calibri"/>
              </a:rPr>
              <a:t>Grid Alignment: </a:t>
            </a:r>
            <a:r>
              <a:rPr sz="2000" b="0">
                <a:latin typeface="Calibri"/>
              </a:rPr>
              <a:t>The domain is structured to match the NASA-standard validation grids.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659308" y="1695437"/>
            <a:ext cx="5059045" cy="543560"/>
            <a:chOff x="6659308" y="1695437"/>
            <a:chExt cx="5059045" cy="5435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68896" y="1705025"/>
              <a:ext cx="5039487" cy="52395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664070" y="1700199"/>
              <a:ext cx="5049520" cy="534035"/>
            </a:xfrm>
            <a:custGeom>
              <a:avLst/>
              <a:gdLst/>
              <a:ahLst/>
              <a:cxnLst/>
              <a:rect l="l" t="t" r="r" b="b"/>
              <a:pathLst>
                <a:path w="5049520" h="534035">
                  <a:moveTo>
                    <a:pt x="0" y="533476"/>
                  </a:moveTo>
                  <a:lnTo>
                    <a:pt x="5049011" y="533476"/>
                  </a:lnTo>
                  <a:lnTo>
                    <a:pt x="5049011" y="0"/>
                  </a:lnTo>
                  <a:lnTo>
                    <a:pt x="0" y="0"/>
                  </a:lnTo>
                  <a:lnTo>
                    <a:pt x="0" y="53347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14667" y="2698800"/>
            <a:ext cx="4918836" cy="35897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Calibri"/>
              </a:defRPr>
            </a:pPr>
            <a:r>
              <a:t>CFD Study of Compressible Flow in ARN2 Nozzle  |  Prashant Kamble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24128" y="457200"/>
            <a:ext cx="100342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Mesh</a:t>
            </a:r>
            <a:r>
              <a:rPr sz="4400" spc="-55" dirty="0"/>
              <a:t> </a:t>
            </a:r>
            <a:r>
              <a:rPr sz="4400" dirty="0"/>
              <a:t>for</a:t>
            </a:r>
            <a:r>
              <a:rPr sz="4400" spc="-45" dirty="0"/>
              <a:t> </a:t>
            </a:r>
            <a:r>
              <a:rPr sz="4400" dirty="0"/>
              <a:t>ARN2</a:t>
            </a:r>
            <a:r>
              <a:rPr sz="4400" spc="-40" dirty="0"/>
              <a:t> </a:t>
            </a:r>
            <a:r>
              <a:rPr sz="4400" spc="-10" dirty="0"/>
              <a:t>Nozzle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924128" y="1447851"/>
            <a:ext cx="4105072" cy="32451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 dirty="0">
                <a:latin typeface="Calibri"/>
              </a:rPr>
              <a:t>Grid Generation: </a:t>
            </a:r>
            <a:r>
              <a:rPr sz="2000" b="0" dirty="0">
                <a:latin typeface="Calibri"/>
              </a:rPr>
              <a:t>Structured grids are generated using ANSYS Meshing, resolving the boundary layer with a wall-normal grid spacing yielding y+ &lt; 5.</a:t>
            </a:r>
          </a:p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 dirty="0">
                <a:latin typeface="Calibri"/>
              </a:rPr>
              <a:t>Mesh Quality: </a:t>
            </a:r>
            <a:r>
              <a:rPr sz="2000" b="0" dirty="0">
                <a:latin typeface="Calibri"/>
              </a:rPr>
              <a:t>The baseline grid comprises approximately 100,000 hexahedral elements with a minimum orthogonal quality of 0.17, meeting numerical stability criteria.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48068" y="1447851"/>
            <a:ext cx="5988050" cy="3583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Calibri"/>
              </a:defRPr>
            </a:pPr>
            <a:r>
              <a:t>CFD Study of Compressible Flow in ARN2 Nozzle  |  Prashant Kamble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>
            <a:extLst>
              <a:ext uri="{FF2B5EF4-FFF2-40B4-BE49-F238E27FC236}">
                <a16:creationId xmlns:a16="http://schemas.microsoft.com/office/drawing/2014/main" id="{BA26E69F-DE21-A0AD-720B-ED601DEB63C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4283" y="4191000"/>
            <a:ext cx="3462537" cy="1468854"/>
          </a:xfrm>
          <a:prstGeom prst="rect">
            <a:avLst/>
          </a:prstGeom>
        </p:spPr>
      </p:pic>
      <p:pic>
        <p:nvPicPr>
          <p:cNvPr id="7" name="object 6">
            <a:extLst>
              <a:ext uri="{FF2B5EF4-FFF2-40B4-BE49-F238E27FC236}">
                <a16:creationId xmlns:a16="http://schemas.microsoft.com/office/drawing/2014/main" id="{A682B928-E967-4ADF-86B3-1AB2C330007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00800" y="4114800"/>
            <a:ext cx="1905000" cy="1447800"/>
          </a:xfrm>
          <a:prstGeom prst="rect">
            <a:avLst/>
          </a:prstGeom>
        </p:spPr>
      </p:pic>
      <p:pic>
        <p:nvPicPr>
          <p:cNvPr id="9" name="object 7">
            <a:extLst>
              <a:ext uri="{FF2B5EF4-FFF2-40B4-BE49-F238E27FC236}">
                <a16:creationId xmlns:a16="http://schemas.microsoft.com/office/drawing/2014/main" id="{8884AA4F-E2D6-1A60-DF49-FE62CB971F4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00800" y="1987297"/>
            <a:ext cx="3962399" cy="1594103"/>
          </a:xfrm>
          <a:prstGeom prst="rect">
            <a:avLst/>
          </a:prstGeom>
        </p:spPr>
      </p:pic>
      <p:pic>
        <p:nvPicPr>
          <p:cNvPr id="11" name="object 8">
            <a:extLst>
              <a:ext uri="{FF2B5EF4-FFF2-40B4-BE49-F238E27FC236}">
                <a16:creationId xmlns:a16="http://schemas.microsoft.com/office/drawing/2014/main" id="{0B339067-4DF0-6656-65AE-50F46602B56C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44283" y="1987297"/>
            <a:ext cx="4754298" cy="173192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94B441E-D1FE-3C10-08A7-9081992E14C9}"/>
              </a:ext>
            </a:extLst>
          </p:cNvPr>
          <p:cNvSpPr txBox="1"/>
          <p:nvPr/>
        </p:nvSpPr>
        <p:spPr>
          <a:xfrm>
            <a:off x="1237172" y="428705"/>
            <a:ext cx="609456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/>
              <a:t>Mesh</a:t>
            </a:r>
            <a:r>
              <a:rPr lang="en-US" sz="4400" spc="-55" dirty="0"/>
              <a:t> </a:t>
            </a:r>
            <a:r>
              <a:rPr lang="en-US" sz="4400" dirty="0"/>
              <a:t>for</a:t>
            </a:r>
            <a:r>
              <a:rPr lang="en-US" sz="4400" spc="-45" dirty="0"/>
              <a:t> </a:t>
            </a:r>
            <a:r>
              <a:rPr lang="en-US" sz="4400" dirty="0"/>
              <a:t>ARN2</a:t>
            </a:r>
            <a:r>
              <a:rPr lang="en-US" sz="4400" spc="-40" dirty="0"/>
              <a:t> </a:t>
            </a:r>
            <a:r>
              <a:rPr lang="en-US" sz="4400" spc="-10" dirty="0"/>
              <a:t>Nozzle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Calibri"/>
              </a:defRPr>
            </a:pPr>
            <a:r>
              <a:t>CFD Study of Compressible Flow in ARN2 Nozzle  |  Prashant Kamble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Calibri"/>
              </a:defRPr>
            </a:pPr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71631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Three</a:t>
            </a:r>
            <a:r>
              <a:rPr sz="4400" spc="-70" dirty="0"/>
              <a:t> </a:t>
            </a:r>
            <a:r>
              <a:rPr sz="4400" dirty="0"/>
              <a:t>Meshes</a:t>
            </a:r>
            <a:r>
              <a:rPr sz="4400" spc="-70" dirty="0"/>
              <a:t> </a:t>
            </a:r>
            <a:r>
              <a:rPr sz="4400" dirty="0"/>
              <a:t>for</a:t>
            </a:r>
            <a:r>
              <a:rPr sz="4400" spc="-45" dirty="0"/>
              <a:t> </a:t>
            </a:r>
            <a:r>
              <a:rPr sz="4400" dirty="0"/>
              <a:t>Mesh</a:t>
            </a:r>
            <a:r>
              <a:rPr sz="4400" spc="-50" dirty="0"/>
              <a:t> </a:t>
            </a:r>
            <a:r>
              <a:rPr sz="4400" dirty="0"/>
              <a:t>independence</a:t>
            </a:r>
            <a:r>
              <a:rPr sz="4400" spc="-50" dirty="0"/>
              <a:t> </a:t>
            </a:r>
            <a:r>
              <a:rPr sz="4400" spc="-10" dirty="0"/>
              <a:t>study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5183" y="1854200"/>
            <a:ext cx="3076904" cy="183661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7088" y="4227512"/>
            <a:ext cx="3162808" cy="139795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15738" y="1791037"/>
            <a:ext cx="3009023" cy="184373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15738" y="4227512"/>
            <a:ext cx="3162808" cy="139795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63840" y="1827783"/>
            <a:ext cx="3152953" cy="18967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55838" y="4227512"/>
            <a:ext cx="3162807" cy="139795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235707" y="5679947"/>
            <a:ext cx="1624583" cy="70788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235707" y="5679947"/>
            <a:ext cx="1624965" cy="708025"/>
          </a:xfrm>
          <a:prstGeom prst="rect">
            <a:avLst/>
          </a:prstGeom>
          <a:ln w="6350">
            <a:solidFill>
              <a:srgbClr val="EC7C3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130810" marR="123189" indent="100330">
              <a:lnSpc>
                <a:spcPct val="100000"/>
              </a:lnSpc>
              <a:spcBef>
                <a:spcPts val="240"/>
              </a:spcBef>
              <a:defRPr sz="1400">
                <a:latin typeface="Calibri"/>
              </a:defRPr>
            </a:pPr>
            <a:r>
              <a:t>70,600 cells (Coarse Grid)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784850" y="5679947"/>
            <a:ext cx="1624583" cy="70788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784850" y="5679947"/>
            <a:ext cx="1624965" cy="708025"/>
          </a:xfrm>
          <a:prstGeom prst="rect">
            <a:avLst/>
          </a:prstGeom>
          <a:ln w="6350">
            <a:solidFill>
              <a:srgbClr val="4471C4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131445" marR="124460" indent="34925">
              <a:lnSpc>
                <a:spcPct val="100000"/>
              </a:lnSpc>
              <a:spcBef>
                <a:spcPts val="240"/>
              </a:spcBef>
              <a:defRPr sz="1400">
                <a:latin typeface="Calibri"/>
              </a:defRPr>
            </a:pPr>
            <a:r>
              <a:t>128,740 cells (Medium Grid)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24950" y="5679947"/>
            <a:ext cx="1624965" cy="708025"/>
          </a:xfrm>
          <a:prstGeom prst="rect">
            <a:avLst/>
          </a:prstGeom>
          <a:solidFill>
            <a:srgbClr val="4471C4"/>
          </a:solidFill>
          <a:ln w="12700">
            <a:solidFill>
              <a:srgbClr val="172C51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132080" marR="124460" indent="34925">
              <a:lnSpc>
                <a:spcPct val="100000"/>
              </a:lnSpc>
              <a:spcBef>
                <a:spcPts val="240"/>
              </a:spcBef>
              <a:defRPr sz="1400">
                <a:latin typeface="Calibri"/>
              </a:defRPr>
            </a:pPr>
            <a:r>
              <a:t>214,900 cells (Fine Grid)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Calibri"/>
              </a:defRPr>
            </a:pPr>
            <a:r>
              <a:t>CFD Study of Compressible Flow in ARN2 Nozzle  |  Prashant Kamble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44256" y="379075"/>
            <a:ext cx="100342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Y+</a:t>
            </a:r>
            <a:r>
              <a:rPr sz="4400" spc="-40" dirty="0"/>
              <a:t> </a:t>
            </a:r>
            <a:r>
              <a:rPr sz="4400" dirty="0"/>
              <a:t>distribution</a:t>
            </a:r>
            <a:r>
              <a:rPr sz="4400" spc="-35" dirty="0"/>
              <a:t> </a:t>
            </a:r>
            <a:r>
              <a:rPr sz="4400" dirty="0"/>
              <a:t>for</a:t>
            </a:r>
            <a:r>
              <a:rPr sz="4400" spc="-35" dirty="0"/>
              <a:t> </a:t>
            </a:r>
            <a:r>
              <a:rPr sz="4400" dirty="0"/>
              <a:t>the</a:t>
            </a:r>
            <a:r>
              <a:rPr sz="4400" spc="-35" dirty="0"/>
              <a:t> </a:t>
            </a:r>
            <a:r>
              <a:rPr sz="4400" dirty="0"/>
              <a:t>Fine</a:t>
            </a:r>
            <a:r>
              <a:rPr sz="4400" spc="-40" dirty="0"/>
              <a:t> </a:t>
            </a:r>
            <a:r>
              <a:rPr sz="4400" dirty="0"/>
              <a:t>mesh</a:t>
            </a:r>
            <a:r>
              <a:rPr sz="4400" spc="-35" dirty="0"/>
              <a:t> </a:t>
            </a:r>
            <a:r>
              <a:rPr sz="4400" dirty="0"/>
              <a:t>SST</a:t>
            </a:r>
            <a:r>
              <a:rPr sz="4400" spc="-40" dirty="0"/>
              <a:t> </a:t>
            </a:r>
            <a:r>
              <a:rPr sz="4400" spc="-10" dirty="0"/>
              <a:t>model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944256" y="1347251"/>
            <a:ext cx="10331906" cy="936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b="1" dirty="0">
                <a:latin typeface="Calibri"/>
              </a:rPr>
              <a:t>Boundary Layer Resolution: </a:t>
            </a:r>
            <a:r>
              <a:rPr b="0" dirty="0">
                <a:latin typeface="Calibri"/>
              </a:rPr>
              <a:t>Wall y+ values are maintained below 1.0 across the entire nozzle wall boundary for all three grid levels under the SST k-ω model, ensuring direct resolution of the viscous sublayer without wall functions.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4256" y="2508984"/>
            <a:ext cx="10259822" cy="37724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Calibri"/>
              </a:defRPr>
            </a:pPr>
            <a:r>
              <a:t>CFD Study of Compressible Flow in ARN2 Nozzle  |  Prashant Kamble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308228"/>
            <a:ext cx="9508490" cy="659796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z="3200" dirty="0"/>
              <a:t>Y+</a:t>
            </a:r>
            <a:r>
              <a:rPr sz="3200" spc="-60" dirty="0"/>
              <a:t> </a:t>
            </a:r>
            <a:r>
              <a:rPr sz="3200" dirty="0"/>
              <a:t>vs</a:t>
            </a:r>
            <a:r>
              <a:rPr sz="3200" spc="-55" dirty="0"/>
              <a:t> </a:t>
            </a:r>
            <a:r>
              <a:rPr sz="3200" dirty="0"/>
              <a:t>Y*</a:t>
            </a:r>
            <a:r>
              <a:rPr sz="3200" spc="-60" dirty="0"/>
              <a:t> </a:t>
            </a:r>
            <a:r>
              <a:rPr sz="3200" dirty="0"/>
              <a:t>distribution</a:t>
            </a:r>
            <a:r>
              <a:rPr sz="3200" spc="-80" dirty="0"/>
              <a:t> </a:t>
            </a:r>
            <a:r>
              <a:rPr sz="3200" dirty="0"/>
              <a:t>for</a:t>
            </a:r>
            <a:r>
              <a:rPr sz="3200" spc="-55" dirty="0"/>
              <a:t> </a:t>
            </a:r>
            <a:r>
              <a:rPr sz="3200" dirty="0"/>
              <a:t>the</a:t>
            </a:r>
            <a:r>
              <a:rPr sz="3200" spc="-55" dirty="0"/>
              <a:t> </a:t>
            </a:r>
            <a:r>
              <a:rPr sz="3200" dirty="0"/>
              <a:t>Fine</a:t>
            </a:r>
            <a:r>
              <a:rPr sz="3200" spc="-55" dirty="0"/>
              <a:t> </a:t>
            </a:r>
            <a:r>
              <a:rPr sz="3200" dirty="0"/>
              <a:t>mesh</a:t>
            </a:r>
            <a:r>
              <a:rPr sz="3200" spc="-55" dirty="0"/>
              <a:t> </a:t>
            </a:r>
            <a:r>
              <a:rPr sz="3200" spc="-25" dirty="0"/>
              <a:t>SST </a:t>
            </a:r>
            <a:r>
              <a:rPr sz="3200" spc="-10" dirty="0"/>
              <a:t>model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242363"/>
            <a:ext cx="1066546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 dirty="0">
                <a:latin typeface="Calibri"/>
              </a:rPr>
              <a:t>Grid Resolution Equivalence: </a:t>
            </a:r>
            <a:r>
              <a:rPr sz="2000" b="0" dirty="0">
                <a:latin typeface="Calibri"/>
              </a:rPr>
              <a:t>Comparison of y+ and y* distributions shows negligible differences, verifying the suitability of the boundary layer spacing for low-Reynolds-number modeling.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6939" y="2330866"/>
            <a:ext cx="10212197" cy="37533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Calibri"/>
              </a:defRPr>
            </a:pPr>
            <a:r>
              <a:t>CFD Study of Compressible Flow in ARN2 Nozzle  |  Prashant Kamble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Y+</a:t>
            </a:r>
            <a:r>
              <a:rPr sz="4400" spc="-35" dirty="0"/>
              <a:t> </a:t>
            </a:r>
            <a:r>
              <a:rPr sz="4400" dirty="0"/>
              <a:t>distribution</a:t>
            </a:r>
            <a:r>
              <a:rPr sz="4400" spc="-35" dirty="0"/>
              <a:t> </a:t>
            </a:r>
            <a:r>
              <a:rPr sz="4400" dirty="0"/>
              <a:t>for</a:t>
            </a:r>
            <a:r>
              <a:rPr sz="4400" spc="-35" dirty="0"/>
              <a:t> </a:t>
            </a:r>
            <a:r>
              <a:rPr sz="4400" dirty="0"/>
              <a:t>the</a:t>
            </a:r>
            <a:r>
              <a:rPr sz="4400" spc="-35" dirty="0"/>
              <a:t> </a:t>
            </a:r>
            <a:r>
              <a:rPr sz="4400" dirty="0"/>
              <a:t>Fine</a:t>
            </a:r>
            <a:r>
              <a:rPr sz="4400" spc="-35" dirty="0"/>
              <a:t> </a:t>
            </a:r>
            <a:r>
              <a:rPr sz="4400" dirty="0"/>
              <a:t>mesh</a:t>
            </a:r>
            <a:r>
              <a:rPr sz="4400" spc="-75" dirty="0"/>
              <a:t> </a:t>
            </a:r>
            <a:r>
              <a:rPr sz="4400" dirty="0"/>
              <a:t>SA</a:t>
            </a:r>
            <a:r>
              <a:rPr sz="4400" spc="-50" dirty="0"/>
              <a:t> </a:t>
            </a:r>
            <a:r>
              <a:rPr sz="4400" spc="-10" dirty="0"/>
              <a:t>model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2539" y="1943201"/>
            <a:ext cx="7106792" cy="41161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Calibri"/>
              </a:defRPr>
            </a:pPr>
            <a:r>
              <a:t>CFD Study of Compressible Flow in ARN2 Nozzle  |  Prashant Kamble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Important</a:t>
            </a:r>
            <a:r>
              <a:rPr sz="4400" spc="-130" dirty="0"/>
              <a:t> </a:t>
            </a:r>
            <a:r>
              <a:rPr sz="4400" spc="-20" dirty="0"/>
              <a:t>parameters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78839" y="1811782"/>
            <a:ext cx="6300470" cy="38169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>
                <a:latin typeface="Calibri"/>
              </a:rPr>
              <a:t>Reference Length: </a:t>
            </a:r>
            <a:r>
              <a:rPr sz="2000" b="0">
                <a:latin typeface="Calibri"/>
              </a:rPr>
              <a:t>Nozzle throat radius (R_ref) = 1.0 inch (25.4 mm).</a:t>
            </a:r>
          </a:p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>
                <a:latin typeface="Calibri"/>
              </a:rPr>
              <a:t>Flow Parameters: </a:t>
            </a:r>
            <a:r>
              <a:rPr sz="2000" b="0">
                <a:latin typeface="Calibri"/>
              </a:rPr>
              <a:t>Reynolds number (Re_D) = 5,601 based on reference throat diameter.</a:t>
            </a:r>
          </a:p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>
                <a:latin typeface="Calibri"/>
              </a:rPr>
              <a:t>Thermodynamic States: </a:t>
            </a:r>
            <a:r>
              <a:rPr sz="2000" b="0">
                <a:latin typeface="Calibri"/>
              </a:rPr>
              <a:t>Reference temperature T_ref = 294.4 K (530 R), Reference pressure P_ref = 101,325 Pa.</a:t>
            </a:r>
          </a:p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>
                <a:latin typeface="Calibri"/>
              </a:rPr>
              <a:t>Total Conditions: </a:t>
            </a:r>
            <a:r>
              <a:rPr sz="2000" b="0">
                <a:latin typeface="Calibri"/>
              </a:rPr>
              <a:t>Nozzle inlet total-to-reference pressure ratio P_t/P_ref = 1.19671 (P_t = 121,256.6 Pa); total temperature T_t = 294.4 K.</a:t>
            </a:r>
          </a:p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>
                <a:latin typeface="Calibri"/>
              </a:rPr>
              <a:t>Jet Exit State: </a:t>
            </a:r>
            <a:r>
              <a:rPr sz="2000" b="0">
                <a:latin typeface="Calibri"/>
              </a:rPr>
              <a:t>Jet Mach number (M_jet) = 0.51.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799323" y="1951227"/>
            <a:ext cx="3915410" cy="3550285"/>
            <a:chOff x="7799323" y="1951227"/>
            <a:chExt cx="3915410" cy="35502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99323" y="1951227"/>
              <a:ext cx="3915056" cy="354966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12459" y="3145415"/>
              <a:ext cx="28635" cy="28635"/>
            </a:xfrm>
            <a:prstGeom prst="rect">
              <a:avLst/>
            </a:prstGeom>
          </p:spPr>
        </p:pic>
      </p:grpSp>
      <p:sp>
        <p:nvSpPr>
          <p:cNvPr id="7" name="TextBox 6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Calibri"/>
              </a:defRPr>
            </a:pPr>
            <a:r>
              <a:t>CFD Study of Compressible Flow in ARN2 Nozzle  |  Prashant Kamble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7250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Boundary</a:t>
            </a:r>
            <a:r>
              <a:rPr sz="4400" spc="-5" dirty="0"/>
              <a:t> </a:t>
            </a:r>
            <a:r>
              <a:rPr sz="4400" spc="-10" dirty="0"/>
              <a:t>Conditions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2626995" y="1473072"/>
            <a:ext cx="7115809" cy="4399280"/>
            <a:chOff x="2626995" y="1747392"/>
            <a:chExt cx="7115809" cy="43992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9539" y="1747392"/>
              <a:ext cx="6572884" cy="439902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626995" y="3914013"/>
              <a:ext cx="655955" cy="405130"/>
            </a:xfrm>
            <a:custGeom>
              <a:avLst/>
              <a:gdLst/>
              <a:ahLst/>
              <a:cxnLst/>
              <a:rect l="l" t="t" r="r" b="b"/>
              <a:pathLst>
                <a:path w="655954" h="405129">
                  <a:moveTo>
                    <a:pt x="438951" y="322658"/>
                  </a:moveTo>
                  <a:lnTo>
                    <a:pt x="400557" y="388366"/>
                  </a:lnTo>
                  <a:lnTo>
                    <a:pt x="655574" y="405130"/>
                  </a:lnTo>
                  <a:lnTo>
                    <a:pt x="614310" y="341884"/>
                  </a:lnTo>
                  <a:lnTo>
                    <a:pt x="471805" y="341884"/>
                  </a:lnTo>
                  <a:lnTo>
                    <a:pt x="438951" y="322658"/>
                  </a:lnTo>
                  <a:close/>
                </a:path>
                <a:path w="655954" h="405129">
                  <a:moveTo>
                    <a:pt x="477400" y="256853"/>
                  </a:moveTo>
                  <a:lnTo>
                    <a:pt x="438951" y="322658"/>
                  </a:lnTo>
                  <a:lnTo>
                    <a:pt x="471805" y="341884"/>
                  </a:lnTo>
                  <a:lnTo>
                    <a:pt x="510286" y="276098"/>
                  </a:lnTo>
                  <a:lnTo>
                    <a:pt x="477400" y="256853"/>
                  </a:lnTo>
                  <a:close/>
                </a:path>
                <a:path w="655954" h="405129">
                  <a:moveTo>
                    <a:pt x="515874" y="191007"/>
                  </a:moveTo>
                  <a:lnTo>
                    <a:pt x="477400" y="256853"/>
                  </a:lnTo>
                  <a:lnTo>
                    <a:pt x="510286" y="276098"/>
                  </a:lnTo>
                  <a:lnTo>
                    <a:pt x="471805" y="341884"/>
                  </a:lnTo>
                  <a:lnTo>
                    <a:pt x="614310" y="341884"/>
                  </a:lnTo>
                  <a:lnTo>
                    <a:pt x="515874" y="191007"/>
                  </a:lnTo>
                  <a:close/>
                </a:path>
                <a:path w="655954" h="405129">
                  <a:moveTo>
                    <a:pt x="38481" y="0"/>
                  </a:moveTo>
                  <a:lnTo>
                    <a:pt x="0" y="65786"/>
                  </a:lnTo>
                  <a:lnTo>
                    <a:pt x="438951" y="322658"/>
                  </a:lnTo>
                  <a:lnTo>
                    <a:pt x="477400" y="256853"/>
                  </a:lnTo>
                  <a:lnTo>
                    <a:pt x="3848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12114" y="3106115"/>
            <a:ext cx="2189480" cy="1200785"/>
          </a:xfrm>
          <a:prstGeom prst="rect">
            <a:avLst/>
          </a:prstGeom>
          <a:solidFill>
            <a:srgbClr val="006FC0"/>
          </a:solidFill>
          <a:ln w="6350">
            <a:solidFill>
              <a:srgbClr val="4471C4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0805" marR="455930">
              <a:lnSpc>
                <a:spcPct val="100000"/>
              </a:lnSpc>
              <a:spcBef>
                <a:spcPts val="245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Pressure</a:t>
            </a:r>
            <a:r>
              <a:rPr sz="1800" b="1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inlet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800" baseline="-20833" dirty="0">
                <a:solidFill>
                  <a:srgbClr val="FFFFFF"/>
                </a:solidFill>
                <a:latin typeface="Calibri"/>
                <a:cs typeface="Calibri"/>
              </a:rPr>
              <a:t>total</a:t>
            </a:r>
            <a:r>
              <a:rPr sz="1800" spc="-82" baseline="-2083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101325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Pa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800" baseline="-20833" dirty="0">
                <a:solidFill>
                  <a:srgbClr val="FFFFFF"/>
                </a:solidFill>
                <a:latin typeface="Calibri"/>
                <a:cs typeface="Calibri"/>
              </a:rPr>
              <a:t>static</a:t>
            </a:r>
            <a:r>
              <a:rPr sz="1800" spc="112" baseline="-2083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101325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Pa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baseline="-20833" dirty="0">
                <a:solidFill>
                  <a:srgbClr val="FFFFFF"/>
                </a:solidFill>
                <a:latin typeface="Calibri"/>
                <a:cs typeface="Calibri"/>
              </a:rPr>
              <a:t>total</a:t>
            </a:r>
            <a:r>
              <a:rPr sz="1800" spc="-44" baseline="-2083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294.4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926580" y="1488313"/>
            <a:ext cx="263525" cy="797560"/>
          </a:xfrm>
          <a:custGeom>
            <a:avLst/>
            <a:gdLst/>
            <a:ahLst/>
            <a:cxnLst/>
            <a:rect l="l" t="t" r="r" b="b"/>
            <a:pathLst>
              <a:path w="263525" h="797560">
                <a:moveTo>
                  <a:pt x="113538" y="580779"/>
                </a:moveTo>
                <a:lnTo>
                  <a:pt x="38862" y="595757"/>
                </a:lnTo>
                <a:lnTo>
                  <a:pt x="195961" y="797433"/>
                </a:lnTo>
                <a:lnTo>
                  <a:pt x="244716" y="618109"/>
                </a:lnTo>
                <a:lnTo>
                  <a:pt x="121030" y="618109"/>
                </a:lnTo>
                <a:lnTo>
                  <a:pt x="113538" y="580779"/>
                </a:lnTo>
                <a:close/>
              </a:path>
              <a:path w="263525" h="797560">
                <a:moveTo>
                  <a:pt x="188332" y="565778"/>
                </a:moveTo>
                <a:lnTo>
                  <a:pt x="113538" y="580779"/>
                </a:lnTo>
                <a:lnTo>
                  <a:pt x="121030" y="618109"/>
                </a:lnTo>
                <a:lnTo>
                  <a:pt x="195834" y="603123"/>
                </a:lnTo>
                <a:lnTo>
                  <a:pt x="188332" y="565778"/>
                </a:lnTo>
                <a:close/>
              </a:path>
              <a:path w="263525" h="797560">
                <a:moveTo>
                  <a:pt x="263017" y="550799"/>
                </a:moveTo>
                <a:lnTo>
                  <a:pt x="188332" y="565778"/>
                </a:lnTo>
                <a:lnTo>
                  <a:pt x="195834" y="603123"/>
                </a:lnTo>
                <a:lnTo>
                  <a:pt x="121030" y="618109"/>
                </a:lnTo>
                <a:lnTo>
                  <a:pt x="244716" y="618109"/>
                </a:lnTo>
                <a:lnTo>
                  <a:pt x="263017" y="550799"/>
                </a:lnTo>
                <a:close/>
              </a:path>
              <a:path w="263525" h="797560">
                <a:moveTo>
                  <a:pt x="74675" y="0"/>
                </a:moveTo>
                <a:lnTo>
                  <a:pt x="0" y="15112"/>
                </a:lnTo>
                <a:lnTo>
                  <a:pt x="113538" y="580779"/>
                </a:lnTo>
                <a:lnTo>
                  <a:pt x="188332" y="565778"/>
                </a:lnTo>
                <a:lnTo>
                  <a:pt x="746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287389" y="1229931"/>
            <a:ext cx="1353185" cy="400685"/>
          </a:xfrm>
          <a:prstGeom prst="rect">
            <a:avLst/>
          </a:prstGeom>
          <a:solidFill>
            <a:srgbClr val="006FC0"/>
          </a:solidFill>
          <a:ln w="6350">
            <a:solidFill>
              <a:srgbClr val="4471C4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29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Symmetry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26878" y="3670680"/>
            <a:ext cx="1353185" cy="1323975"/>
          </a:xfrm>
          <a:prstGeom prst="rect">
            <a:avLst/>
          </a:prstGeom>
          <a:solidFill>
            <a:srgbClr val="006FC0"/>
          </a:solidFill>
          <a:ln w="6350">
            <a:solidFill>
              <a:srgbClr val="4471C4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92710" marR="176530">
              <a:lnSpc>
                <a:spcPct val="100000"/>
              </a:lnSpc>
              <a:spcBef>
                <a:spcPts val="235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Pressure Outlet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101325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Pa</a:t>
            </a:r>
            <a:endParaRPr sz="2000">
              <a:latin typeface="Calibri"/>
              <a:cs typeface="Calibri"/>
            </a:endParaRPr>
          </a:p>
          <a:p>
            <a:pPr marL="9271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294.4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K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915153" y="5928830"/>
            <a:ext cx="600710" cy="384810"/>
          </a:xfrm>
          <a:custGeom>
            <a:avLst/>
            <a:gdLst/>
            <a:ahLst/>
            <a:cxnLst/>
            <a:rect l="l" t="t" r="r" b="b"/>
            <a:pathLst>
              <a:path w="600710" h="384809">
                <a:moveTo>
                  <a:pt x="385013" y="85860"/>
                </a:moveTo>
                <a:lnTo>
                  <a:pt x="0" y="319163"/>
                </a:lnTo>
                <a:lnTo>
                  <a:pt x="39497" y="384327"/>
                </a:lnTo>
                <a:lnTo>
                  <a:pt x="424481" y="151053"/>
                </a:lnTo>
                <a:lnTo>
                  <a:pt x="385013" y="85860"/>
                </a:lnTo>
                <a:close/>
              </a:path>
              <a:path w="600710" h="384809">
                <a:moveTo>
                  <a:pt x="558612" y="66128"/>
                </a:moveTo>
                <a:lnTo>
                  <a:pt x="417575" y="66128"/>
                </a:lnTo>
                <a:lnTo>
                  <a:pt x="457073" y="131305"/>
                </a:lnTo>
                <a:lnTo>
                  <a:pt x="424481" y="151053"/>
                </a:lnTo>
                <a:lnTo>
                  <a:pt x="463931" y="216217"/>
                </a:lnTo>
                <a:lnTo>
                  <a:pt x="558612" y="66128"/>
                </a:lnTo>
                <a:close/>
              </a:path>
              <a:path w="600710" h="384809">
                <a:moveTo>
                  <a:pt x="417575" y="66128"/>
                </a:moveTo>
                <a:lnTo>
                  <a:pt x="385013" y="85860"/>
                </a:lnTo>
                <a:lnTo>
                  <a:pt x="424481" y="151053"/>
                </a:lnTo>
                <a:lnTo>
                  <a:pt x="457073" y="131305"/>
                </a:lnTo>
                <a:lnTo>
                  <a:pt x="417575" y="66128"/>
                </a:lnTo>
                <a:close/>
              </a:path>
              <a:path w="600710" h="384809">
                <a:moveTo>
                  <a:pt x="600329" y="0"/>
                </a:moveTo>
                <a:lnTo>
                  <a:pt x="345567" y="20700"/>
                </a:lnTo>
                <a:lnTo>
                  <a:pt x="385013" y="85860"/>
                </a:lnTo>
                <a:lnTo>
                  <a:pt x="417575" y="66128"/>
                </a:lnTo>
                <a:lnTo>
                  <a:pt x="558612" y="66128"/>
                </a:lnTo>
                <a:lnTo>
                  <a:pt x="6003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50183" y="3558285"/>
            <a:ext cx="6576695" cy="2719705"/>
          </a:xfrm>
          <a:custGeom>
            <a:avLst/>
            <a:gdLst/>
            <a:ahLst/>
            <a:cxnLst/>
            <a:rect l="l" t="t" r="r" b="b"/>
            <a:pathLst>
              <a:path w="6576695" h="2719704">
                <a:moveTo>
                  <a:pt x="651383" y="2652750"/>
                </a:moveTo>
                <a:lnTo>
                  <a:pt x="218274" y="2412034"/>
                </a:lnTo>
                <a:lnTo>
                  <a:pt x="228549" y="2393543"/>
                </a:lnTo>
                <a:lnTo>
                  <a:pt x="255270" y="2345448"/>
                </a:lnTo>
                <a:lnTo>
                  <a:pt x="0" y="2334310"/>
                </a:lnTo>
                <a:lnTo>
                  <a:pt x="144272" y="2545257"/>
                </a:lnTo>
                <a:lnTo>
                  <a:pt x="181254" y="2478671"/>
                </a:lnTo>
                <a:lnTo>
                  <a:pt x="614426" y="2719349"/>
                </a:lnTo>
                <a:lnTo>
                  <a:pt x="651383" y="2652750"/>
                </a:lnTo>
                <a:close/>
              </a:path>
              <a:path w="6576695" h="2719704">
                <a:moveTo>
                  <a:pt x="6576695" y="76200"/>
                </a:moveTo>
                <a:lnTo>
                  <a:pt x="5879719" y="76200"/>
                </a:lnTo>
                <a:lnTo>
                  <a:pt x="5879719" y="0"/>
                </a:lnTo>
                <a:lnTo>
                  <a:pt x="5651119" y="114300"/>
                </a:lnTo>
                <a:lnTo>
                  <a:pt x="5879719" y="228600"/>
                </a:lnTo>
                <a:lnTo>
                  <a:pt x="5879719" y="152400"/>
                </a:lnTo>
                <a:lnTo>
                  <a:pt x="6576695" y="152400"/>
                </a:lnTo>
                <a:lnTo>
                  <a:pt x="6576695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831209" y="6080517"/>
            <a:ext cx="1103630" cy="400685"/>
          </a:xfrm>
          <a:prstGeom prst="rect">
            <a:avLst/>
          </a:prstGeom>
          <a:solidFill>
            <a:srgbClr val="006FC0"/>
          </a:solidFill>
          <a:ln w="6350">
            <a:solidFill>
              <a:srgbClr val="4471C4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40"/>
              </a:spcBef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Axis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904870" y="5784710"/>
            <a:ext cx="595630" cy="227965"/>
          </a:xfrm>
          <a:custGeom>
            <a:avLst/>
            <a:gdLst/>
            <a:ahLst/>
            <a:cxnLst/>
            <a:rect l="l" t="t" r="r" b="b"/>
            <a:pathLst>
              <a:path w="595629" h="227964">
                <a:moveTo>
                  <a:pt x="539983" y="72783"/>
                </a:moveTo>
                <a:lnTo>
                  <a:pt x="402590" y="72783"/>
                </a:lnTo>
                <a:lnTo>
                  <a:pt x="408813" y="148729"/>
                </a:lnTo>
                <a:lnTo>
                  <a:pt x="370882" y="151874"/>
                </a:lnTo>
                <a:lnTo>
                  <a:pt x="377190" y="227812"/>
                </a:lnTo>
                <a:lnTo>
                  <a:pt x="595503" y="95021"/>
                </a:lnTo>
                <a:lnTo>
                  <a:pt x="539983" y="72783"/>
                </a:lnTo>
                <a:close/>
              </a:path>
              <a:path w="595629" h="227964">
                <a:moveTo>
                  <a:pt x="364574" y="75935"/>
                </a:moveTo>
                <a:lnTo>
                  <a:pt x="0" y="106159"/>
                </a:lnTo>
                <a:lnTo>
                  <a:pt x="6350" y="182092"/>
                </a:lnTo>
                <a:lnTo>
                  <a:pt x="370882" y="151874"/>
                </a:lnTo>
                <a:lnTo>
                  <a:pt x="364574" y="75935"/>
                </a:lnTo>
                <a:close/>
              </a:path>
              <a:path w="595629" h="227964">
                <a:moveTo>
                  <a:pt x="402590" y="72783"/>
                </a:moveTo>
                <a:lnTo>
                  <a:pt x="364574" y="75935"/>
                </a:lnTo>
                <a:lnTo>
                  <a:pt x="370882" y="151874"/>
                </a:lnTo>
                <a:lnTo>
                  <a:pt x="408813" y="148729"/>
                </a:lnTo>
                <a:lnTo>
                  <a:pt x="402590" y="72783"/>
                </a:lnTo>
                <a:close/>
              </a:path>
              <a:path w="595629" h="227964">
                <a:moveTo>
                  <a:pt x="358267" y="0"/>
                </a:moveTo>
                <a:lnTo>
                  <a:pt x="364574" y="75935"/>
                </a:lnTo>
                <a:lnTo>
                  <a:pt x="402590" y="72783"/>
                </a:lnTo>
                <a:lnTo>
                  <a:pt x="539983" y="72783"/>
                </a:lnTo>
                <a:lnTo>
                  <a:pt x="3582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46328" y="5100739"/>
            <a:ext cx="2189480" cy="1200785"/>
          </a:xfrm>
          <a:prstGeom prst="rect">
            <a:avLst/>
          </a:prstGeom>
          <a:solidFill>
            <a:srgbClr val="006FC0"/>
          </a:solidFill>
          <a:ln w="6350">
            <a:solidFill>
              <a:srgbClr val="4471C4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45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Pressure</a:t>
            </a:r>
            <a:r>
              <a:rPr sz="1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inlet</a:t>
            </a:r>
            <a:endParaRPr sz="1800">
              <a:latin typeface="Calibri"/>
              <a:cs typeface="Calibri"/>
            </a:endParaRPr>
          </a:p>
          <a:p>
            <a:pPr marL="91440" marR="17145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800" baseline="-20833" dirty="0">
                <a:solidFill>
                  <a:srgbClr val="FFFFFF"/>
                </a:solidFill>
                <a:latin typeface="Calibri"/>
                <a:cs typeface="Calibri"/>
              </a:rPr>
              <a:t>total</a:t>
            </a:r>
            <a:r>
              <a:rPr sz="1800" spc="-67" baseline="-2083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121,256.64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Pa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800" baseline="-20833" dirty="0">
                <a:solidFill>
                  <a:srgbClr val="FFFFFF"/>
                </a:solidFill>
                <a:latin typeface="Calibri"/>
                <a:cs typeface="Calibri"/>
              </a:rPr>
              <a:t>static</a:t>
            </a:r>
            <a:r>
              <a:rPr sz="1800" spc="120" baseline="-2083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101325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Pa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baseline="-20833" dirty="0">
                <a:solidFill>
                  <a:srgbClr val="FFFFFF"/>
                </a:solidFill>
                <a:latin typeface="Calibri"/>
                <a:cs typeface="Calibri"/>
              </a:rPr>
              <a:t>total</a:t>
            </a:r>
            <a:r>
              <a:rPr sz="1800" spc="-52" baseline="-2083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294.4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864345" y="1119885"/>
            <a:ext cx="2413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Operating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pressure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Pa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Calibri"/>
              </a:defRPr>
            </a:pPr>
            <a:r>
              <a:t>CFD Study of Compressible Flow in ARN2 Nozzle  |  Prashant Kamble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latin typeface="Calibri"/>
              </a:defRPr>
            </a:pPr>
            <a:r>
              <a:t>Boundary Conditions Configuration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6939" y="1676400"/>
            <a:ext cx="10034270" cy="3352800"/>
          </a:xfrm>
        </p:spPr>
        <p:txBody>
          <a:bodyPr/>
          <a:lstStyle/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 dirty="0">
                <a:latin typeface="Calibri"/>
              </a:rPr>
              <a:t>Freestream Inlet: </a:t>
            </a:r>
            <a:r>
              <a:rPr sz="2000" b="0" dirty="0">
                <a:latin typeface="Calibri"/>
              </a:rPr>
              <a:t>Pressure inlet boundary condition configured with total pressure Pt = 101,325 Pa, static pressure Ps = 101,325 Pa, and total temperature Tt = 294.4 K.</a:t>
            </a:r>
          </a:p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 dirty="0">
                <a:latin typeface="Calibri"/>
              </a:rPr>
              <a:t>Nozzle Inlet: </a:t>
            </a:r>
            <a:r>
              <a:rPr sz="2000" b="0" dirty="0">
                <a:latin typeface="Calibri"/>
              </a:rPr>
              <a:t>Pressure inlet boundary condition with total pressure Pt = 121,256.64 Pa, static pressure Ps = 101,325 Pa, and total temperature Tt = 294.4 K.</a:t>
            </a:r>
          </a:p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 dirty="0">
                <a:latin typeface="Calibri"/>
              </a:rPr>
              <a:t>Outlet Boundary: </a:t>
            </a:r>
            <a:r>
              <a:rPr sz="2000" b="0" dirty="0">
                <a:latin typeface="Calibri"/>
              </a:rPr>
              <a:t>Pressure outlet boundary condition set to a static pressure of 101,325 Pa and backflow temperature of 294.4 K.</a:t>
            </a:r>
          </a:p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 dirty="0">
                <a:latin typeface="Calibri"/>
              </a:rPr>
              <a:t>Symmetry &amp; Centerline: </a:t>
            </a:r>
            <a:r>
              <a:rPr sz="2000" b="0" dirty="0">
                <a:latin typeface="Calibri"/>
              </a:rPr>
              <a:t>Axisymmetric boundary conditions enforced along the centerline axis (y = 0); symmetry boundaries defined at domain outer bounds.</a:t>
            </a:r>
          </a:p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 dirty="0">
                <a:latin typeface="Calibri"/>
              </a:rPr>
              <a:t>Operating Pressure: </a:t>
            </a:r>
            <a:r>
              <a:rPr sz="2000" b="0" dirty="0">
                <a:latin typeface="Calibri"/>
              </a:rPr>
              <a:t>Set to 0 Pa to ensure absolute pressure calculations across the density-based coupled solver.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Calibri"/>
              </a:defRPr>
            </a:pPr>
            <a:r>
              <a:t>CFD Study of Compressible Flow in ARN2 Nozzle  |  Prashant Kamble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Computational</a:t>
            </a:r>
            <a:r>
              <a:rPr sz="4400" spc="-229" dirty="0"/>
              <a:t> </a:t>
            </a:r>
            <a:r>
              <a:rPr sz="4400" spc="-10" dirty="0"/>
              <a:t>Settings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41" y="1716379"/>
            <a:ext cx="9979660" cy="4151021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 dirty="0">
                <a:latin typeface="Calibri"/>
              </a:rPr>
              <a:t>Solver Configuration: </a:t>
            </a:r>
            <a:r>
              <a:rPr sz="2000" b="0" dirty="0">
                <a:latin typeface="Calibri"/>
              </a:rPr>
              <a:t>A density-based coupled solver is employed to resolve the compressible flow equations.</a:t>
            </a:r>
          </a:p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 dirty="0">
                <a:latin typeface="Calibri"/>
              </a:rPr>
              <a:t>Turbulence Modeling: </a:t>
            </a:r>
            <a:r>
              <a:rPr sz="2000" b="0" dirty="0">
                <a:latin typeface="Calibri"/>
              </a:rPr>
              <a:t>Turbulence closure is achieved using the </a:t>
            </a:r>
            <a:r>
              <a:rPr sz="2000" b="0" dirty="0" err="1">
                <a:latin typeface="Calibri"/>
              </a:rPr>
              <a:t>Spalart</a:t>
            </a:r>
            <a:r>
              <a:rPr sz="2000" b="0" dirty="0">
                <a:latin typeface="Calibri"/>
              </a:rPr>
              <a:t>-Allmaras (SA) and SST k-ω models to compare their performance in shear-layer development.</a:t>
            </a:r>
          </a:p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 dirty="0">
                <a:latin typeface="Calibri"/>
              </a:rPr>
              <a:t>Spatial Discretization: </a:t>
            </a:r>
            <a:r>
              <a:rPr sz="2000" b="0" dirty="0">
                <a:latin typeface="Calibri"/>
              </a:rPr>
              <a:t>A second-order upwind scheme is utilized for the momentum equations to ensure spatial accuracy.</a:t>
            </a:r>
          </a:p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 dirty="0">
                <a:latin typeface="Calibri"/>
              </a:rPr>
              <a:t>Fluid Modeling: </a:t>
            </a:r>
            <a:r>
              <a:rPr sz="2000" b="0" dirty="0">
                <a:latin typeface="Calibri"/>
              </a:rPr>
              <a:t>Air is modeled as an ideal gas, with dynamic viscosity computed via Sutherland's law to account for temperature dependencies.</a:t>
            </a:r>
          </a:p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 dirty="0">
                <a:latin typeface="Calibri"/>
              </a:rPr>
              <a:t>Initialization &amp; Convergence: </a:t>
            </a:r>
            <a:r>
              <a:rPr sz="2000" b="0" dirty="0">
                <a:latin typeface="Calibri"/>
              </a:rPr>
              <a:t>I implemented Full Multi-Grid (FMG) initialization and solution steering, with the Courant-Friedrichs-Lewy (CFL) number scaled from 0.1 to 100 over 5,000 iterations to achieve steady-state convergence.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Calibri"/>
              </a:defRPr>
            </a:pPr>
            <a:r>
              <a:t>CFD Study of Compressible Flow in ARN2 Nozzle  |  Prashant Kamble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Solution</a:t>
            </a:r>
            <a:r>
              <a:rPr sz="4400" spc="-160" dirty="0"/>
              <a:t> </a:t>
            </a:r>
            <a:r>
              <a:rPr sz="4400" spc="-10" dirty="0"/>
              <a:t>Convergence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811783"/>
            <a:ext cx="3731261" cy="3218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  <a:defRPr sz="2000" b="1">
                <a:latin typeface="Calibri"/>
              </a:defRPr>
            </a:pPr>
            <a:r>
              <a:rPr dirty="0"/>
              <a:t>Residual Convergence History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2590800"/>
            <a:ext cx="7086600" cy="3505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Calibri"/>
              </a:defRPr>
            </a:pPr>
            <a:r>
              <a:t>CFD Study of Compressible Flow in ARN2 Nozzle  |  Prashant Kamble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latin typeface="Calibri"/>
              </a:defRPr>
            </a:pPr>
            <a:r>
              <a:t>Solution Convergence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6939" y="1752601"/>
            <a:ext cx="10034270" cy="2285999"/>
          </a:xfrm>
        </p:spPr>
        <p:txBody>
          <a:bodyPr/>
          <a:lstStyle/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 dirty="0">
                <a:latin typeface="Calibri"/>
              </a:rPr>
              <a:t>Residual Monitoring: </a:t>
            </a:r>
            <a:r>
              <a:rPr sz="2000" b="0" dirty="0">
                <a:latin typeface="Calibri"/>
              </a:rPr>
              <a:t>Solution convergence is evaluated based on normalized residual behavior, monitored to a strict threshold of &lt; 10^-6 for all equations.</a:t>
            </a:r>
          </a:p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 dirty="0">
                <a:latin typeface="Calibri"/>
              </a:rPr>
              <a:t>Conservation Balances: </a:t>
            </a:r>
            <a:r>
              <a:rPr sz="2000" b="0" dirty="0">
                <a:latin typeface="Calibri"/>
              </a:rPr>
              <a:t>Mass and energy flow rates across the nozzle inlets and outlet are verified to ensure conservation properties.</a:t>
            </a:r>
          </a:p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 dirty="0">
                <a:latin typeface="Calibri"/>
              </a:rPr>
              <a:t>Asymptotic Stability: </a:t>
            </a:r>
            <a:r>
              <a:rPr sz="2000" b="0" dirty="0">
                <a:latin typeface="Calibri"/>
              </a:rPr>
              <a:t>Centerline axial velocity and wall shear stress profiles are monitored to guarantee asymptotic convergence over 5,000 iterations.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Calibri"/>
              </a:defRPr>
            </a:pPr>
            <a:r>
              <a:t>CFD Study of Compressible Flow in ARN2 Nozzle  |  Prashant Kamble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335661"/>
            <a:ext cx="6489065" cy="124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55"/>
              </a:lnSpc>
              <a:spcBef>
                <a:spcPts val="100"/>
              </a:spcBef>
            </a:pPr>
            <a:r>
              <a:rPr sz="4400" dirty="0"/>
              <a:t>Results</a:t>
            </a:r>
            <a:r>
              <a:rPr sz="4400" spc="-55" dirty="0"/>
              <a:t> </a:t>
            </a:r>
            <a:r>
              <a:rPr sz="4400" dirty="0"/>
              <a:t>–</a:t>
            </a:r>
            <a:r>
              <a:rPr sz="4400" spc="-35" dirty="0"/>
              <a:t> </a:t>
            </a:r>
            <a:r>
              <a:rPr sz="4400" dirty="0"/>
              <a:t>Mach</a:t>
            </a:r>
            <a:r>
              <a:rPr sz="4400" spc="-40" dirty="0"/>
              <a:t> </a:t>
            </a:r>
            <a:r>
              <a:rPr sz="4400" dirty="0"/>
              <a:t>No.</a:t>
            </a:r>
            <a:r>
              <a:rPr sz="4400" spc="-45" dirty="0"/>
              <a:t> </a:t>
            </a:r>
            <a:r>
              <a:rPr sz="4400" spc="-10" dirty="0"/>
              <a:t>Contours</a:t>
            </a:r>
            <a:endParaRPr sz="4400"/>
          </a:p>
          <a:p>
            <a:pPr marL="127000">
              <a:lnSpc>
                <a:spcPts val="4575"/>
              </a:lnSpc>
            </a:pPr>
            <a:r>
              <a:rPr sz="4000" dirty="0"/>
              <a:t>SST</a:t>
            </a:r>
            <a:r>
              <a:rPr sz="4000" spc="-40" dirty="0"/>
              <a:t> </a:t>
            </a:r>
            <a:r>
              <a:rPr sz="4000" dirty="0"/>
              <a:t>Coarse</a:t>
            </a:r>
            <a:r>
              <a:rPr sz="4000" spc="-45" dirty="0"/>
              <a:t> </a:t>
            </a:r>
            <a:r>
              <a:rPr sz="4000" dirty="0"/>
              <a:t>Mesh</a:t>
            </a:r>
            <a:r>
              <a:rPr sz="4000" spc="-40" dirty="0"/>
              <a:t> </a:t>
            </a:r>
            <a:r>
              <a:rPr sz="4000" dirty="0"/>
              <a:t>Y</a:t>
            </a:r>
            <a:r>
              <a:rPr sz="4000" spc="-45" dirty="0"/>
              <a:t> </a:t>
            </a:r>
            <a:r>
              <a:rPr sz="4000" dirty="0"/>
              <a:t>+</a:t>
            </a:r>
            <a:r>
              <a:rPr sz="4000" spc="-45" dirty="0"/>
              <a:t> </a:t>
            </a:r>
            <a:r>
              <a:rPr sz="4000" dirty="0"/>
              <a:t>~</a:t>
            </a:r>
            <a:r>
              <a:rPr sz="4000" spc="-50" dirty="0"/>
              <a:t> 1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776094"/>
            <a:ext cx="5887211" cy="448689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91350" y="1795145"/>
            <a:ext cx="4548759" cy="196608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91350" y="4002392"/>
            <a:ext cx="4548759" cy="21027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Calibri"/>
              </a:defRPr>
            </a:pPr>
            <a:r>
              <a:t>CFD Study of Compressible Flow in ARN2 Nozzle  |  Prashant Kamble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Calibr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680" rIns="0" bIns="0" rtlCol="0">
            <a:spAutoFit/>
          </a:bodyPr>
          <a:lstStyle/>
          <a:p>
            <a:pPr marL="174434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Validation</a:t>
            </a:r>
            <a:r>
              <a:rPr spc="-75" dirty="0"/>
              <a:t> </a:t>
            </a:r>
            <a:r>
              <a:rPr dirty="0"/>
              <a:t>–</a:t>
            </a:r>
            <a:r>
              <a:rPr spc="-130" dirty="0"/>
              <a:t> </a:t>
            </a:r>
            <a:r>
              <a:rPr spc="-10" dirty="0"/>
              <a:t>Velocity</a:t>
            </a:r>
            <a:r>
              <a:rPr spc="-110" dirty="0"/>
              <a:t> </a:t>
            </a:r>
            <a:r>
              <a:rPr dirty="0"/>
              <a:t>along</a:t>
            </a:r>
            <a:r>
              <a:rPr spc="-105" dirty="0"/>
              <a:t> </a:t>
            </a:r>
            <a:r>
              <a:rPr dirty="0"/>
              <a:t>centerline</a:t>
            </a:r>
            <a:r>
              <a:rPr spc="-135" dirty="0"/>
              <a:t> 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14079" y="2492184"/>
            <a:ext cx="6918325" cy="3457575"/>
            <a:chOff x="2414079" y="2492184"/>
            <a:chExt cx="6918325" cy="3457575"/>
          </a:xfrm>
        </p:grpSpPr>
        <p:sp>
          <p:nvSpPr>
            <p:cNvPr id="4" name="object 4"/>
            <p:cNvSpPr/>
            <p:nvPr/>
          </p:nvSpPr>
          <p:spPr>
            <a:xfrm>
              <a:off x="2457323" y="2496947"/>
              <a:ext cx="6854190" cy="3448050"/>
            </a:xfrm>
            <a:custGeom>
              <a:avLst/>
              <a:gdLst/>
              <a:ahLst/>
              <a:cxnLst/>
              <a:rect l="l" t="t" r="r" b="b"/>
              <a:pathLst>
                <a:path w="6854190" h="3448050">
                  <a:moveTo>
                    <a:pt x="0" y="2873629"/>
                  </a:moveTo>
                  <a:lnTo>
                    <a:pt x="6854062" y="2873629"/>
                  </a:lnTo>
                </a:path>
                <a:path w="6854190" h="3448050">
                  <a:moveTo>
                    <a:pt x="0" y="2297557"/>
                  </a:moveTo>
                  <a:lnTo>
                    <a:pt x="6854062" y="2297557"/>
                  </a:lnTo>
                </a:path>
                <a:path w="6854190" h="3448050">
                  <a:moveTo>
                    <a:pt x="0" y="1723008"/>
                  </a:moveTo>
                  <a:lnTo>
                    <a:pt x="6854062" y="1723008"/>
                  </a:lnTo>
                </a:path>
                <a:path w="6854190" h="3448050">
                  <a:moveTo>
                    <a:pt x="0" y="1148460"/>
                  </a:moveTo>
                  <a:lnTo>
                    <a:pt x="6854062" y="1148460"/>
                  </a:lnTo>
                </a:path>
                <a:path w="6854190" h="3448050">
                  <a:moveTo>
                    <a:pt x="0" y="573913"/>
                  </a:moveTo>
                  <a:lnTo>
                    <a:pt x="6854062" y="573913"/>
                  </a:lnTo>
                </a:path>
                <a:path w="6854190" h="3448050">
                  <a:moveTo>
                    <a:pt x="0" y="0"/>
                  </a:moveTo>
                  <a:lnTo>
                    <a:pt x="6854062" y="0"/>
                  </a:lnTo>
                </a:path>
                <a:path w="6854190" h="3448050">
                  <a:moveTo>
                    <a:pt x="1370964" y="0"/>
                  </a:moveTo>
                  <a:lnTo>
                    <a:pt x="1370964" y="3447503"/>
                  </a:lnTo>
                </a:path>
                <a:path w="6854190" h="3448050">
                  <a:moveTo>
                    <a:pt x="2741041" y="0"/>
                  </a:moveTo>
                  <a:lnTo>
                    <a:pt x="2741041" y="3447503"/>
                  </a:lnTo>
                </a:path>
                <a:path w="6854190" h="3448050">
                  <a:moveTo>
                    <a:pt x="4112641" y="0"/>
                  </a:moveTo>
                  <a:lnTo>
                    <a:pt x="4112641" y="3447503"/>
                  </a:lnTo>
                </a:path>
                <a:path w="6854190" h="3448050">
                  <a:moveTo>
                    <a:pt x="5482717" y="0"/>
                  </a:moveTo>
                  <a:lnTo>
                    <a:pt x="5482717" y="3447503"/>
                  </a:lnTo>
                </a:path>
                <a:path w="6854190" h="3448050">
                  <a:moveTo>
                    <a:pt x="6854062" y="0"/>
                  </a:moveTo>
                  <a:lnTo>
                    <a:pt x="6854062" y="3447503"/>
                  </a:lnTo>
                </a:path>
                <a:path w="6854190" h="3448050">
                  <a:moveTo>
                    <a:pt x="0" y="3447503"/>
                  </a:moveTo>
                  <a:lnTo>
                    <a:pt x="0" y="0"/>
                  </a:lnTo>
                </a:path>
                <a:path w="6854190" h="3448050">
                  <a:moveTo>
                    <a:pt x="0" y="3447503"/>
                  </a:moveTo>
                  <a:lnTo>
                    <a:pt x="6854062" y="3447503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31516" y="3071495"/>
              <a:ext cx="6579870" cy="1983105"/>
            </a:xfrm>
            <a:custGeom>
              <a:avLst/>
              <a:gdLst/>
              <a:ahLst/>
              <a:cxnLst/>
              <a:rect l="l" t="t" r="r" b="b"/>
              <a:pathLst>
                <a:path w="6579870" h="1983104">
                  <a:moveTo>
                    <a:pt x="0" y="5460"/>
                  </a:moveTo>
                  <a:lnTo>
                    <a:pt x="6838" y="5367"/>
                  </a:lnTo>
                  <a:lnTo>
                    <a:pt x="13652" y="5286"/>
                  </a:lnTo>
                  <a:lnTo>
                    <a:pt x="20466" y="5228"/>
                  </a:lnTo>
                  <a:lnTo>
                    <a:pt x="27304" y="5206"/>
                  </a:lnTo>
                  <a:lnTo>
                    <a:pt x="34162" y="5111"/>
                  </a:lnTo>
                  <a:lnTo>
                    <a:pt x="41020" y="5016"/>
                  </a:lnTo>
                  <a:lnTo>
                    <a:pt x="47878" y="4921"/>
                  </a:lnTo>
                  <a:lnTo>
                    <a:pt x="54736" y="4825"/>
                  </a:lnTo>
                  <a:lnTo>
                    <a:pt x="61594" y="4843"/>
                  </a:lnTo>
                  <a:lnTo>
                    <a:pt x="68453" y="4873"/>
                  </a:lnTo>
                  <a:lnTo>
                    <a:pt x="75311" y="4879"/>
                  </a:lnTo>
                  <a:lnTo>
                    <a:pt x="82168" y="4825"/>
                  </a:lnTo>
                  <a:lnTo>
                    <a:pt x="89026" y="4786"/>
                  </a:lnTo>
                  <a:lnTo>
                    <a:pt x="95884" y="4698"/>
                  </a:lnTo>
                  <a:lnTo>
                    <a:pt x="102742" y="4611"/>
                  </a:lnTo>
                  <a:lnTo>
                    <a:pt x="109600" y="4571"/>
                  </a:lnTo>
                  <a:lnTo>
                    <a:pt x="116458" y="4571"/>
                  </a:lnTo>
                  <a:lnTo>
                    <a:pt x="123316" y="4571"/>
                  </a:lnTo>
                  <a:lnTo>
                    <a:pt x="130174" y="4571"/>
                  </a:lnTo>
                  <a:lnTo>
                    <a:pt x="137032" y="4571"/>
                  </a:lnTo>
                  <a:lnTo>
                    <a:pt x="143890" y="4532"/>
                  </a:lnTo>
                  <a:lnTo>
                    <a:pt x="150748" y="4444"/>
                  </a:lnTo>
                  <a:lnTo>
                    <a:pt x="157606" y="4357"/>
                  </a:lnTo>
                  <a:lnTo>
                    <a:pt x="164464" y="4317"/>
                  </a:lnTo>
                  <a:lnTo>
                    <a:pt x="171322" y="4264"/>
                  </a:lnTo>
                  <a:lnTo>
                    <a:pt x="178180" y="4270"/>
                  </a:lnTo>
                  <a:lnTo>
                    <a:pt x="185038" y="4300"/>
                  </a:lnTo>
                  <a:lnTo>
                    <a:pt x="191896" y="4317"/>
                  </a:lnTo>
                  <a:lnTo>
                    <a:pt x="198754" y="4224"/>
                  </a:lnTo>
                  <a:lnTo>
                    <a:pt x="205612" y="4143"/>
                  </a:lnTo>
                  <a:lnTo>
                    <a:pt x="212470" y="4085"/>
                  </a:lnTo>
                  <a:lnTo>
                    <a:pt x="219328" y="4063"/>
                  </a:lnTo>
                  <a:lnTo>
                    <a:pt x="226167" y="4010"/>
                  </a:lnTo>
                  <a:lnTo>
                    <a:pt x="232981" y="4016"/>
                  </a:lnTo>
                  <a:lnTo>
                    <a:pt x="239795" y="4046"/>
                  </a:lnTo>
                  <a:lnTo>
                    <a:pt x="246633" y="4063"/>
                  </a:lnTo>
                  <a:lnTo>
                    <a:pt x="253491" y="4063"/>
                  </a:lnTo>
                  <a:lnTo>
                    <a:pt x="260349" y="4063"/>
                  </a:lnTo>
                  <a:lnTo>
                    <a:pt x="267207" y="4063"/>
                  </a:lnTo>
                  <a:lnTo>
                    <a:pt x="274065" y="4063"/>
                  </a:lnTo>
                  <a:lnTo>
                    <a:pt x="280923" y="3929"/>
                  </a:lnTo>
                  <a:lnTo>
                    <a:pt x="287781" y="3746"/>
                  </a:lnTo>
                  <a:lnTo>
                    <a:pt x="294639" y="3563"/>
                  </a:lnTo>
                  <a:lnTo>
                    <a:pt x="301497" y="3428"/>
                  </a:lnTo>
                  <a:lnTo>
                    <a:pt x="308355" y="3353"/>
                  </a:lnTo>
                  <a:lnTo>
                    <a:pt x="315213" y="3301"/>
                  </a:lnTo>
                  <a:lnTo>
                    <a:pt x="322071" y="3250"/>
                  </a:lnTo>
                  <a:lnTo>
                    <a:pt x="328929" y="3175"/>
                  </a:lnTo>
                  <a:lnTo>
                    <a:pt x="335787" y="3040"/>
                  </a:lnTo>
                  <a:lnTo>
                    <a:pt x="342645" y="2857"/>
                  </a:lnTo>
                  <a:lnTo>
                    <a:pt x="349503" y="2674"/>
                  </a:lnTo>
                  <a:lnTo>
                    <a:pt x="356361" y="2539"/>
                  </a:lnTo>
                  <a:lnTo>
                    <a:pt x="363219" y="2464"/>
                  </a:lnTo>
                  <a:lnTo>
                    <a:pt x="370078" y="2412"/>
                  </a:lnTo>
                  <a:lnTo>
                    <a:pt x="376936" y="2361"/>
                  </a:lnTo>
                  <a:lnTo>
                    <a:pt x="383794" y="2285"/>
                  </a:lnTo>
                  <a:lnTo>
                    <a:pt x="390651" y="2192"/>
                  </a:lnTo>
                  <a:lnTo>
                    <a:pt x="397509" y="2111"/>
                  </a:lnTo>
                  <a:lnTo>
                    <a:pt x="404367" y="2053"/>
                  </a:lnTo>
                  <a:lnTo>
                    <a:pt x="411225" y="2031"/>
                  </a:lnTo>
                  <a:lnTo>
                    <a:pt x="418083" y="1954"/>
                  </a:lnTo>
                  <a:lnTo>
                    <a:pt x="424941" y="1889"/>
                  </a:lnTo>
                  <a:lnTo>
                    <a:pt x="431799" y="1799"/>
                  </a:lnTo>
                  <a:lnTo>
                    <a:pt x="438657" y="1650"/>
                  </a:lnTo>
                  <a:lnTo>
                    <a:pt x="445496" y="1535"/>
                  </a:lnTo>
                  <a:lnTo>
                    <a:pt x="452310" y="1396"/>
                  </a:lnTo>
                  <a:lnTo>
                    <a:pt x="459124" y="1258"/>
                  </a:lnTo>
                  <a:lnTo>
                    <a:pt x="465963" y="1142"/>
                  </a:lnTo>
                  <a:lnTo>
                    <a:pt x="472820" y="1049"/>
                  </a:lnTo>
                  <a:lnTo>
                    <a:pt x="479678" y="968"/>
                  </a:lnTo>
                  <a:lnTo>
                    <a:pt x="486536" y="910"/>
                  </a:lnTo>
                  <a:lnTo>
                    <a:pt x="493394" y="888"/>
                  </a:lnTo>
                  <a:lnTo>
                    <a:pt x="500252" y="793"/>
                  </a:lnTo>
                  <a:lnTo>
                    <a:pt x="507110" y="698"/>
                  </a:lnTo>
                  <a:lnTo>
                    <a:pt x="513968" y="603"/>
                  </a:lnTo>
                  <a:lnTo>
                    <a:pt x="520826" y="507"/>
                  </a:lnTo>
                  <a:lnTo>
                    <a:pt x="555117" y="160"/>
                  </a:lnTo>
                  <a:lnTo>
                    <a:pt x="561975" y="79"/>
                  </a:lnTo>
                  <a:lnTo>
                    <a:pt x="568833" y="21"/>
                  </a:lnTo>
                  <a:lnTo>
                    <a:pt x="575691" y="0"/>
                  </a:lnTo>
                  <a:lnTo>
                    <a:pt x="582548" y="0"/>
                  </a:lnTo>
                  <a:lnTo>
                    <a:pt x="589407" y="0"/>
                  </a:lnTo>
                  <a:lnTo>
                    <a:pt x="795019" y="0"/>
                  </a:lnTo>
                  <a:lnTo>
                    <a:pt x="801877" y="21"/>
                  </a:lnTo>
                  <a:lnTo>
                    <a:pt x="808735" y="79"/>
                  </a:lnTo>
                  <a:lnTo>
                    <a:pt x="815594" y="160"/>
                  </a:lnTo>
                  <a:lnTo>
                    <a:pt x="822451" y="253"/>
                  </a:lnTo>
                  <a:lnTo>
                    <a:pt x="829309" y="329"/>
                  </a:lnTo>
                  <a:lnTo>
                    <a:pt x="836168" y="380"/>
                  </a:lnTo>
                  <a:lnTo>
                    <a:pt x="843026" y="432"/>
                  </a:lnTo>
                  <a:lnTo>
                    <a:pt x="849883" y="507"/>
                  </a:lnTo>
                  <a:lnTo>
                    <a:pt x="856742" y="678"/>
                  </a:lnTo>
                  <a:lnTo>
                    <a:pt x="863600" y="825"/>
                  </a:lnTo>
                  <a:lnTo>
                    <a:pt x="870458" y="972"/>
                  </a:lnTo>
                  <a:lnTo>
                    <a:pt x="877316" y="1142"/>
                  </a:lnTo>
                  <a:lnTo>
                    <a:pt x="884154" y="1258"/>
                  </a:lnTo>
                  <a:lnTo>
                    <a:pt x="890968" y="1397"/>
                  </a:lnTo>
                  <a:lnTo>
                    <a:pt x="897782" y="1535"/>
                  </a:lnTo>
                  <a:lnTo>
                    <a:pt x="904620" y="1650"/>
                  </a:lnTo>
                  <a:lnTo>
                    <a:pt x="911478" y="1861"/>
                  </a:lnTo>
                  <a:lnTo>
                    <a:pt x="918336" y="2095"/>
                  </a:lnTo>
                  <a:lnTo>
                    <a:pt x="925194" y="2329"/>
                  </a:lnTo>
                  <a:lnTo>
                    <a:pt x="932053" y="2539"/>
                  </a:lnTo>
                  <a:lnTo>
                    <a:pt x="938910" y="2786"/>
                  </a:lnTo>
                  <a:lnTo>
                    <a:pt x="945769" y="2984"/>
                  </a:lnTo>
                  <a:lnTo>
                    <a:pt x="952627" y="3182"/>
                  </a:lnTo>
                  <a:lnTo>
                    <a:pt x="959484" y="3428"/>
                  </a:lnTo>
                  <a:lnTo>
                    <a:pt x="966343" y="3714"/>
                  </a:lnTo>
                  <a:lnTo>
                    <a:pt x="973201" y="4000"/>
                  </a:lnTo>
                  <a:lnTo>
                    <a:pt x="980059" y="4286"/>
                  </a:lnTo>
                  <a:lnTo>
                    <a:pt x="986917" y="4571"/>
                  </a:lnTo>
                  <a:lnTo>
                    <a:pt x="993774" y="4857"/>
                  </a:lnTo>
                  <a:lnTo>
                    <a:pt x="1000632" y="5143"/>
                  </a:lnTo>
                  <a:lnTo>
                    <a:pt x="1007491" y="5429"/>
                  </a:lnTo>
                  <a:lnTo>
                    <a:pt x="1014348" y="5714"/>
                  </a:lnTo>
                  <a:lnTo>
                    <a:pt x="1021207" y="6000"/>
                  </a:lnTo>
                  <a:lnTo>
                    <a:pt x="1028065" y="6286"/>
                  </a:lnTo>
                  <a:lnTo>
                    <a:pt x="1034923" y="6572"/>
                  </a:lnTo>
                  <a:lnTo>
                    <a:pt x="1041781" y="6857"/>
                  </a:lnTo>
                  <a:lnTo>
                    <a:pt x="1048638" y="7219"/>
                  </a:lnTo>
                  <a:lnTo>
                    <a:pt x="1055496" y="7556"/>
                  </a:lnTo>
                  <a:lnTo>
                    <a:pt x="1062355" y="7893"/>
                  </a:lnTo>
                  <a:lnTo>
                    <a:pt x="1069212" y="8254"/>
                  </a:lnTo>
                  <a:lnTo>
                    <a:pt x="1076070" y="8729"/>
                  </a:lnTo>
                  <a:lnTo>
                    <a:pt x="1082929" y="9191"/>
                  </a:lnTo>
                  <a:lnTo>
                    <a:pt x="1089787" y="9630"/>
                  </a:lnTo>
                  <a:lnTo>
                    <a:pt x="1096645" y="10032"/>
                  </a:lnTo>
                  <a:lnTo>
                    <a:pt x="1103483" y="10471"/>
                  </a:lnTo>
                  <a:lnTo>
                    <a:pt x="1144524" y="13507"/>
                  </a:lnTo>
                  <a:lnTo>
                    <a:pt x="1151382" y="14096"/>
                  </a:lnTo>
                  <a:lnTo>
                    <a:pt x="1158239" y="14650"/>
                  </a:lnTo>
                  <a:lnTo>
                    <a:pt x="1165097" y="15192"/>
                  </a:lnTo>
                  <a:lnTo>
                    <a:pt x="1171956" y="15757"/>
                  </a:lnTo>
                  <a:lnTo>
                    <a:pt x="1178813" y="16382"/>
                  </a:lnTo>
                  <a:lnTo>
                    <a:pt x="1185671" y="16976"/>
                  </a:lnTo>
                  <a:lnTo>
                    <a:pt x="1192530" y="17605"/>
                  </a:lnTo>
                  <a:lnTo>
                    <a:pt x="1233678" y="22097"/>
                  </a:lnTo>
                  <a:lnTo>
                    <a:pt x="1240535" y="22955"/>
                  </a:lnTo>
                  <a:lnTo>
                    <a:pt x="1247394" y="23812"/>
                  </a:lnTo>
                  <a:lnTo>
                    <a:pt x="1254252" y="24669"/>
                  </a:lnTo>
                  <a:lnTo>
                    <a:pt x="1261109" y="25526"/>
                  </a:lnTo>
                  <a:lnTo>
                    <a:pt x="1267968" y="26461"/>
                  </a:lnTo>
                  <a:lnTo>
                    <a:pt x="1274826" y="27384"/>
                  </a:lnTo>
                  <a:lnTo>
                    <a:pt x="1281684" y="28330"/>
                  </a:lnTo>
                  <a:lnTo>
                    <a:pt x="1288542" y="29337"/>
                  </a:lnTo>
                  <a:lnTo>
                    <a:pt x="1295399" y="30315"/>
                  </a:lnTo>
                  <a:lnTo>
                    <a:pt x="1302258" y="31353"/>
                  </a:lnTo>
                  <a:lnTo>
                    <a:pt x="1309116" y="32462"/>
                  </a:lnTo>
                  <a:lnTo>
                    <a:pt x="1315973" y="33654"/>
                  </a:lnTo>
                  <a:lnTo>
                    <a:pt x="1322812" y="34819"/>
                  </a:lnTo>
                  <a:lnTo>
                    <a:pt x="1363853" y="42302"/>
                  </a:lnTo>
                  <a:lnTo>
                    <a:pt x="1370710" y="43687"/>
                  </a:lnTo>
                  <a:lnTo>
                    <a:pt x="1377569" y="45045"/>
                  </a:lnTo>
                  <a:lnTo>
                    <a:pt x="1418717" y="54296"/>
                  </a:lnTo>
                  <a:lnTo>
                    <a:pt x="1425574" y="56006"/>
                  </a:lnTo>
                  <a:lnTo>
                    <a:pt x="1432433" y="57703"/>
                  </a:lnTo>
                  <a:lnTo>
                    <a:pt x="1473581" y="68633"/>
                  </a:lnTo>
                  <a:lnTo>
                    <a:pt x="1514728" y="81440"/>
                  </a:lnTo>
                  <a:lnTo>
                    <a:pt x="1555769" y="95442"/>
                  </a:lnTo>
                  <a:lnTo>
                    <a:pt x="1583182" y="105900"/>
                  </a:lnTo>
                  <a:lnTo>
                    <a:pt x="1590039" y="108584"/>
                  </a:lnTo>
                  <a:lnTo>
                    <a:pt x="1631188" y="125317"/>
                  </a:lnTo>
                  <a:lnTo>
                    <a:pt x="1644904" y="131317"/>
                  </a:lnTo>
                  <a:lnTo>
                    <a:pt x="1651761" y="134314"/>
                  </a:lnTo>
                  <a:lnTo>
                    <a:pt x="1692910" y="153281"/>
                  </a:lnTo>
                  <a:lnTo>
                    <a:pt x="1699768" y="156590"/>
                  </a:lnTo>
                  <a:lnTo>
                    <a:pt x="1706625" y="159873"/>
                  </a:lnTo>
                  <a:lnTo>
                    <a:pt x="1740916" y="177006"/>
                  </a:lnTo>
                  <a:lnTo>
                    <a:pt x="1775098" y="195062"/>
                  </a:lnTo>
                  <a:lnTo>
                    <a:pt x="1809369" y="213740"/>
                  </a:lnTo>
                  <a:lnTo>
                    <a:pt x="1829943" y="225546"/>
                  </a:lnTo>
                  <a:lnTo>
                    <a:pt x="1836800" y="229488"/>
                  </a:lnTo>
                  <a:lnTo>
                    <a:pt x="1843658" y="233469"/>
                  </a:lnTo>
                  <a:lnTo>
                    <a:pt x="1850517" y="237426"/>
                  </a:lnTo>
                  <a:lnTo>
                    <a:pt x="1857375" y="241383"/>
                  </a:lnTo>
                  <a:lnTo>
                    <a:pt x="1891664" y="261746"/>
                  </a:lnTo>
                  <a:lnTo>
                    <a:pt x="1898522" y="265846"/>
                  </a:lnTo>
                  <a:lnTo>
                    <a:pt x="1905381" y="269970"/>
                  </a:lnTo>
                  <a:lnTo>
                    <a:pt x="1912239" y="274141"/>
                  </a:lnTo>
                  <a:lnTo>
                    <a:pt x="1919096" y="278383"/>
                  </a:lnTo>
                  <a:lnTo>
                    <a:pt x="1925955" y="282618"/>
                  </a:lnTo>
                  <a:lnTo>
                    <a:pt x="1932813" y="286924"/>
                  </a:lnTo>
                  <a:lnTo>
                    <a:pt x="1939671" y="291278"/>
                  </a:lnTo>
                  <a:lnTo>
                    <a:pt x="1946529" y="295655"/>
                  </a:lnTo>
                  <a:lnTo>
                    <a:pt x="1953386" y="299924"/>
                  </a:lnTo>
                  <a:lnTo>
                    <a:pt x="1987613" y="321706"/>
                  </a:lnTo>
                  <a:lnTo>
                    <a:pt x="1994427" y="326213"/>
                  </a:lnTo>
                  <a:lnTo>
                    <a:pt x="2001266" y="330707"/>
                  </a:lnTo>
                  <a:lnTo>
                    <a:pt x="2035556" y="352984"/>
                  </a:lnTo>
                  <a:lnTo>
                    <a:pt x="2042414" y="357504"/>
                  </a:lnTo>
                  <a:lnTo>
                    <a:pt x="2049272" y="362025"/>
                  </a:lnTo>
                  <a:lnTo>
                    <a:pt x="2056130" y="366521"/>
                  </a:lnTo>
                  <a:lnTo>
                    <a:pt x="2062987" y="371074"/>
                  </a:lnTo>
                  <a:lnTo>
                    <a:pt x="2069845" y="375602"/>
                  </a:lnTo>
                  <a:lnTo>
                    <a:pt x="2104136" y="398452"/>
                  </a:lnTo>
                  <a:lnTo>
                    <a:pt x="2110994" y="403097"/>
                  </a:lnTo>
                  <a:lnTo>
                    <a:pt x="2117851" y="407671"/>
                  </a:lnTo>
                  <a:lnTo>
                    <a:pt x="2124710" y="412257"/>
                  </a:lnTo>
                  <a:lnTo>
                    <a:pt x="2131568" y="416867"/>
                  </a:lnTo>
                  <a:lnTo>
                    <a:pt x="2138425" y="421513"/>
                  </a:lnTo>
                  <a:lnTo>
                    <a:pt x="2145284" y="426108"/>
                  </a:lnTo>
                  <a:lnTo>
                    <a:pt x="2152142" y="430752"/>
                  </a:lnTo>
                  <a:lnTo>
                    <a:pt x="2159000" y="435443"/>
                  </a:lnTo>
                  <a:lnTo>
                    <a:pt x="2165858" y="440181"/>
                  </a:lnTo>
                  <a:lnTo>
                    <a:pt x="2172715" y="444871"/>
                  </a:lnTo>
                  <a:lnTo>
                    <a:pt x="2179573" y="449595"/>
                  </a:lnTo>
                  <a:lnTo>
                    <a:pt x="2186432" y="454344"/>
                  </a:lnTo>
                  <a:lnTo>
                    <a:pt x="2193289" y="459104"/>
                  </a:lnTo>
                  <a:lnTo>
                    <a:pt x="2200128" y="463754"/>
                  </a:lnTo>
                  <a:lnTo>
                    <a:pt x="2206942" y="468391"/>
                  </a:lnTo>
                  <a:lnTo>
                    <a:pt x="2213756" y="473053"/>
                  </a:lnTo>
                  <a:lnTo>
                    <a:pt x="2220595" y="477774"/>
                  </a:lnTo>
                  <a:lnTo>
                    <a:pt x="2227452" y="482463"/>
                  </a:lnTo>
                  <a:lnTo>
                    <a:pt x="2234310" y="487187"/>
                  </a:lnTo>
                  <a:lnTo>
                    <a:pt x="2241169" y="491936"/>
                  </a:lnTo>
                  <a:lnTo>
                    <a:pt x="2248026" y="496696"/>
                  </a:lnTo>
                  <a:lnTo>
                    <a:pt x="2254885" y="501439"/>
                  </a:lnTo>
                  <a:lnTo>
                    <a:pt x="2261743" y="506158"/>
                  </a:lnTo>
                  <a:lnTo>
                    <a:pt x="2268601" y="510877"/>
                  </a:lnTo>
                  <a:lnTo>
                    <a:pt x="2275459" y="515619"/>
                  </a:lnTo>
                  <a:lnTo>
                    <a:pt x="2282317" y="520475"/>
                  </a:lnTo>
                  <a:lnTo>
                    <a:pt x="2289175" y="525319"/>
                  </a:lnTo>
                  <a:lnTo>
                    <a:pt x="2296033" y="530139"/>
                  </a:lnTo>
                  <a:lnTo>
                    <a:pt x="2302891" y="534924"/>
                  </a:lnTo>
                  <a:lnTo>
                    <a:pt x="2309748" y="539761"/>
                  </a:lnTo>
                  <a:lnTo>
                    <a:pt x="2316607" y="544576"/>
                  </a:lnTo>
                  <a:lnTo>
                    <a:pt x="2323465" y="549390"/>
                  </a:lnTo>
                  <a:lnTo>
                    <a:pt x="2330322" y="554227"/>
                  </a:lnTo>
                  <a:lnTo>
                    <a:pt x="2337181" y="558970"/>
                  </a:lnTo>
                  <a:lnTo>
                    <a:pt x="2344039" y="563689"/>
                  </a:lnTo>
                  <a:lnTo>
                    <a:pt x="2350897" y="568408"/>
                  </a:lnTo>
                  <a:lnTo>
                    <a:pt x="2357755" y="573150"/>
                  </a:lnTo>
                  <a:lnTo>
                    <a:pt x="2364612" y="577933"/>
                  </a:lnTo>
                  <a:lnTo>
                    <a:pt x="2371471" y="582739"/>
                  </a:lnTo>
                  <a:lnTo>
                    <a:pt x="2378329" y="587545"/>
                  </a:lnTo>
                  <a:lnTo>
                    <a:pt x="2385186" y="592327"/>
                  </a:lnTo>
                  <a:lnTo>
                    <a:pt x="2392045" y="597144"/>
                  </a:lnTo>
                  <a:lnTo>
                    <a:pt x="2398903" y="601900"/>
                  </a:lnTo>
                  <a:lnTo>
                    <a:pt x="2405761" y="606633"/>
                  </a:lnTo>
                  <a:lnTo>
                    <a:pt x="2412619" y="611377"/>
                  </a:lnTo>
                  <a:lnTo>
                    <a:pt x="2419457" y="616138"/>
                  </a:lnTo>
                  <a:lnTo>
                    <a:pt x="2426271" y="620887"/>
                  </a:lnTo>
                  <a:lnTo>
                    <a:pt x="2433085" y="625611"/>
                  </a:lnTo>
                  <a:lnTo>
                    <a:pt x="2439923" y="630300"/>
                  </a:lnTo>
                  <a:lnTo>
                    <a:pt x="2446782" y="634968"/>
                  </a:lnTo>
                  <a:lnTo>
                    <a:pt x="2453640" y="639635"/>
                  </a:lnTo>
                  <a:lnTo>
                    <a:pt x="2460498" y="644302"/>
                  </a:lnTo>
                  <a:lnTo>
                    <a:pt x="2467356" y="648969"/>
                  </a:lnTo>
                  <a:lnTo>
                    <a:pt x="2474213" y="653637"/>
                  </a:lnTo>
                  <a:lnTo>
                    <a:pt x="2481072" y="658304"/>
                  </a:lnTo>
                  <a:lnTo>
                    <a:pt x="2487930" y="662971"/>
                  </a:lnTo>
                  <a:lnTo>
                    <a:pt x="2494787" y="667638"/>
                  </a:lnTo>
                  <a:lnTo>
                    <a:pt x="2501646" y="672324"/>
                  </a:lnTo>
                  <a:lnTo>
                    <a:pt x="2508504" y="677021"/>
                  </a:lnTo>
                  <a:lnTo>
                    <a:pt x="2515362" y="681694"/>
                  </a:lnTo>
                  <a:lnTo>
                    <a:pt x="2522220" y="686307"/>
                  </a:lnTo>
                  <a:lnTo>
                    <a:pt x="2529077" y="690953"/>
                  </a:lnTo>
                  <a:lnTo>
                    <a:pt x="2535935" y="695563"/>
                  </a:lnTo>
                  <a:lnTo>
                    <a:pt x="2542794" y="700149"/>
                  </a:lnTo>
                  <a:lnTo>
                    <a:pt x="2549651" y="704722"/>
                  </a:lnTo>
                  <a:lnTo>
                    <a:pt x="2556510" y="709314"/>
                  </a:lnTo>
                  <a:lnTo>
                    <a:pt x="2563368" y="713930"/>
                  </a:lnTo>
                  <a:lnTo>
                    <a:pt x="2570226" y="718546"/>
                  </a:lnTo>
                  <a:lnTo>
                    <a:pt x="2577084" y="723137"/>
                  </a:lnTo>
                  <a:lnTo>
                    <a:pt x="2611373" y="745648"/>
                  </a:lnTo>
                  <a:lnTo>
                    <a:pt x="2618232" y="750125"/>
                  </a:lnTo>
                  <a:lnTo>
                    <a:pt x="2625090" y="754602"/>
                  </a:lnTo>
                  <a:lnTo>
                    <a:pt x="2631947" y="759078"/>
                  </a:lnTo>
                  <a:lnTo>
                    <a:pt x="2638786" y="763482"/>
                  </a:lnTo>
                  <a:lnTo>
                    <a:pt x="2645600" y="767921"/>
                  </a:lnTo>
                  <a:lnTo>
                    <a:pt x="2652414" y="772384"/>
                  </a:lnTo>
                  <a:lnTo>
                    <a:pt x="2659253" y="776858"/>
                  </a:lnTo>
                  <a:lnTo>
                    <a:pt x="2666110" y="781240"/>
                  </a:lnTo>
                  <a:lnTo>
                    <a:pt x="2672969" y="785621"/>
                  </a:lnTo>
                  <a:lnTo>
                    <a:pt x="2679827" y="790003"/>
                  </a:lnTo>
                  <a:lnTo>
                    <a:pt x="2686685" y="794384"/>
                  </a:lnTo>
                  <a:lnTo>
                    <a:pt x="2693543" y="798784"/>
                  </a:lnTo>
                  <a:lnTo>
                    <a:pt x="2700401" y="803195"/>
                  </a:lnTo>
                  <a:lnTo>
                    <a:pt x="2707259" y="807583"/>
                  </a:lnTo>
                  <a:lnTo>
                    <a:pt x="2741548" y="828801"/>
                  </a:lnTo>
                  <a:lnTo>
                    <a:pt x="2748407" y="833086"/>
                  </a:lnTo>
                  <a:lnTo>
                    <a:pt x="2782697" y="854138"/>
                  </a:lnTo>
                  <a:lnTo>
                    <a:pt x="2789555" y="858285"/>
                  </a:lnTo>
                  <a:lnTo>
                    <a:pt x="2796412" y="862456"/>
                  </a:lnTo>
                  <a:lnTo>
                    <a:pt x="2803271" y="866646"/>
                  </a:lnTo>
                  <a:lnTo>
                    <a:pt x="2810129" y="870823"/>
                  </a:lnTo>
                  <a:lnTo>
                    <a:pt x="2844419" y="891220"/>
                  </a:lnTo>
                  <a:lnTo>
                    <a:pt x="2851276" y="895222"/>
                  </a:lnTo>
                  <a:lnTo>
                    <a:pt x="2858115" y="899225"/>
                  </a:lnTo>
                  <a:lnTo>
                    <a:pt x="2864929" y="903239"/>
                  </a:lnTo>
                  <a:lnTo>
                    <a:pt x="2871743" y="907278"/>
                  </a:lnTo>
                  <a:lnTo>
                    <a:pt x="2878582" y="911351"/>
                  </a:lnTo>
                  <a:lnTo>
                    <a:pt x="2885439" y="915370"/>
                  </a:lnTo>
                  <a:lnTo>
                    <a:pt x="2919730" y="935148"/>
                  </a:lnTo>
                  <a:lnTo>
                    <a:pt x="2926588" y="938980"/>
                  </a:lnTo>
                  <a:lnTo>
                    <a:pt x="2933446" y="942847"/>
                  </a:lnTo>
                  <a:lnTo>
                    <a:pt x="2940303" y="946792"/>
                  </a:lnTo>
                  <a:lnTo>
                    <a:pt x="2947161" y="950785"/>
                  </a:lnTo>
                  <a:lnTo>
                    <a:pt x="2954020" y="954778"/>
                  </a:lnTo>
                  <a:lnTo>
                    <a:pt x="2988310" y="974216"/>
                  </a:lnTo>
                  <a:lnTo>
                    <a:pt x="2995168" y="978026"/>
                  </a:lnTo>
                  <a:lnTo>
                    <a:pt x="3002026" y="981837"/>
                  </a:lnTo>
                  <a:lnTo>
                    <a:pt x="3008884" y="985646"/>
                  </a:lnTo>
                  <a:lnTo>
                    <a:pt x="3015742" y="989456"/>
                  </a:lnTo>
                  <a:lnTo>
                    <a:pt x="3022599" y="993266"/>
                  </a:lnTo>
                  <a:lnTo>
                    <a:pt x="3029458" y="997076"/>
                  </a:lnTo>
                  <a:lnTo>
                    <a:pt x="3036316" y="1000887"/>
                  </a:lnTo>
                  <a:lnTo>
                    <a:pt x="3043173" y="1004696"/>
                  </a:lnTo>
                  <a:lnTo>
                    <a:pt x="3050032" y="1008411"/>
                  </a:lnTo>
                  <a:lnTo>
                    <a:pt x="3056890" y="1012126"/>
                  </a:lnTo>
                  <a:lnTo>
                    <a:pt x="3063748" y="1015841"/>
                  </a:lnTo>
                  <a:lnTo>
                    <a:pt x="3070606" y="1019555"/>
                  </a:lnTo>
                  <a:lnTo>
                    <a:pt x="3104769" y="1038234"/>
                  </a:lnTo>
                  <a:lnTo>
                    <a:pt x="3125343" y="1049146"/>
                  </a:lnTo>
                  <a:lnTo>
                    <a:pt x="3132200" y="1052841"/>
                  </a:lnTo>
                  <a:lnTo>
                    <a:pt x="3139059" y="1056512"/>
                  </a:lnTo>
                  <a:lnTo>
                    <a:pt x="3145917" y="1060184"/>
                  </a:lnTo>
                  <a:lnTo>
                    <a:pt x="3152774" y="1063878"/>
                  </a:lnTo>
                  <a:lnTo>
                    <a:pt x="3159633" y="1067518"/>
                  </a:lnTo>
                  <a:lnTo>
                    <a:pt x="3166491" y="1071181"/>
                  </a:lnTo>
                  <a:lnTo>
                    <a:pt x="3173349" y="1074844"/>
                  </a:lnTo>
                  <a:lnTo>
                    <a:pt x="3180207" y="1078483"/>
                  </a:lnTo>
                  <a:lnTo>
                    <a:pt x="3187064" y="1082176"/>
                  </a:lnTo>
                  <a:lnTo>
                    <a:pt x="3193922" y="1085834"/>
                  </a:lnTo>
                  <a:lnTo>
                    <a:pt x="3200781" y="1089467"/>
                  </a:lnTo>
                  <a:lnTo>
                    <a:pt x="3207638" y="1093088"/>
                  </a:lnTo>
                  <a:lnTo>
                    <a:pt x="3214497" y="1096762"/>
                  </a:lnTo>
                  <a:lnTo>
                    <a:pt x="3221355" y="1100375"/>
                  </a:lnTo>
                  <a:lnTo>
                    <a:pt x="3228213" y="1103965"/>
                  </a:lnTo>
                  <a:lnTo>
                    <a:pt x="3235071" y="1107566"/>
                  </a:lnTo>
                  <a:lnTo>
                    <a:pt x="3241928" y="1111113"/>
                  </a:lnTo>
                  <a:lnTo>
                    <a:pt x="3248786" y="1114694"/>
                  </a:lnTo>
                  <a:lnTo>
                    <a:pt x="3255645" y="1118300"/>
                  </a:lnTo>
                  <a:lnTo>
                    <a:pt x="3262503" y="1121917"/>
                  </a:lnTo>
                  <a:lnTo>
                    <a:pt x="3269360" y="1125464"/>
                  </a:lnTo>
                  <a:lnTo>
                    <a:pt x="3276219" y="1129045"/>
                  </a:lnTo>
                  <a:lnTo>
                    <a:pt x="3283077" y="1132651"/>
                  </a:lnTo>
                  <a:lnTo>
                    <a:pt x="3289934" y="1136268"/>
                  </a:lnTo>
                  <a:lnTo>
                    <a:pt x="3296773" y="1139793"/>
                  </a:lnTo>
                  <a:lnTo>
                    <a:pt x="3303587" y="1143317"/>
                  </a:lnTo>
                  <a:lnTo>
                    <a:pt x="3310401" y="1146841"/>
                  </a:lnTo>
                  <a:lnTo>
                    <a:pt x="3317239" y="1150365"/>
                  </a:lnTo>
                  <a:lnTo>
                    <a:pt x="3324098" y="1153794"/>
                  </a:lnTo>
                  <a:lnTo>
                    <a:pt x="3330955" y="1157223"/>
                  </a:lnTo>
                  <a:lnTo>
                    <a:pt x="3337814" y="1160652"/>
                  </a:lnTo>
                  <a:lnTo>
                    <a:pt x="3344672" y="1164081"/>
                  </a:lnTo>
                  <a:lnTo>
                    <a:pt x="3351529" y="1167530"/>
                  </a:lnTo>
                  <a:lnTo>
                    <a:pt x="3358388" y="1171003"/>
                  </a:lnTo>
                  <a:lnTo>
                    <a:pt x="3365246" y="1174476"/>
                  </a:lnTo>
                  <a:lnTo>
                    <a:pt x="3372104" y="1177924"/>
                  </a:lnTo>
                  <a:lnTo>
                    <a:pt x="3378961" y="1181371"/>
                  </a:lnTo>
                  <a:lnTo>
                    <a:pt x="3385820" y="1184830"/>
                  </a:lnTo>
                  <a:lnTo>
                    <a:pt x="3392678" y="1188265"/>
                  </a:lnTo>
                  <a:lnTo>
                    <a:pt x="3399535" y="1191640"/>
                  </a:lnTo>
                  <a:lnTo>
                    <a:pt x="3406394" y="1195068"/>
                  </a:lnTo>
                  <a:lnTo>
                    <a:pt x="3413252" y="1198483"/>
                  </a:lnTo>
                  <a:lnTo>
                    <a:pt x="3447542" y="1215124"/>
                  </a:lnTo>
                  <a:lnTo>
                    <a:pt x="3454400" y="1218437"/>
                  </a:lnTo>
                  <a:lnTo>
                    <a:pt x="3461257" y="1221716"/>
                  </a:lnTo>
                  <a:lnTo>
                    <a:pt x="3468116" y="1225041"/>
                  </a:lnTo>
                  <a:lnTo>
                    <a:pt x="3474974" y="1228367"/>
                  </a:lnTo>
                  <a:lnTo>
                    <a:pt x="3481831" y="1231645"/>
                  </a:lnTo>
                  <a:lnTo>
                    <a:pt x="3488689" y="1234884"/>
                  </a:lnTo>
                  <a:lnTo>
                    <a:pt x="3495548" y="1238122"/>
                  </a:lnTo>
                  <a:lnTo>
                    <a:pt x="3502405" y="1241361"/>
                  </a:lnTo>
                  <a:lnTo>
                    <a:pt x="3509263" y="1244599"/>
                  </a:lnTo>
                  <a:lnTo>
                    <a:pt x="3516102" y="1247743"/>
                  </a:lnTo>
                  <a:lnTo>
                    <a:pt x="3522916" y="1250886"/>
                  </a:lnTo>
                  <a:lnTo>
                    <a:pt x="3529730" y="1254029"/>
                  </a:lnTo>
                  <a:lnTo>
                    <a:pt x="3536569" y="1257172"/>
                  </a:lnTo>
                  <a:lnTo>
                    <a:pt x="3543427" y="1260336"/>
                  </a:lnTo>
                  <a:lnTo>
                    <a:pt x="3584575" y="1279142"/>
                  </a:lnTo>
                  <a:lnTo>
                    <a:pt x="3591432" y="1282191"/>
                  </a:lnTo>
                  <a:lnTo>
                    <a:pt x="3598290" y="1285259"/>
                  </a:lnTo>
                  <a:lnTo>
                    <a:pt x="3605149" y="1288351"/>
                  </a:lnTo>
                  <a:lnTo>
                    <a:pt x="3612006" y="1291443"/>
                  </a:lnTo>
                  <a:lnTo>
                    <a:pt x="3618864" y="1294510"/>
                  </a:lnTo>
                  <a:lnTo>
                    <a:pt x="3625723" y="1297557"/>
                  </a:lnTo>
                  <a:lnTo>
                    <a:pt x="3632580" y="1300591"/>
                  </a:lnTo>
                  <a:lnTo>
                    <a:pt x="3639439" y="1303601"/>
                  </a:lnTo>
                  <a:lnTo>
                    <a:pt x="3646297" y="1306575"/>
                  </a:lnTo>
                  <a:lnTo>
                    <a:pt x="3653154" y="1309582"/>
                  </a:lnTo>
                  <a:lnTo>
                    <a:pt x="3660013" y="1312529"/>
                  </a:lnTo>
                  <a:lnTo>
                    <a:pt x="3666871" y="1315452"/>
                  </a:lnTo>
                  <a:lnTo>
                    <a:pt x="3673729" y="1318386"/>
                  </a:lnTo>
                  <a:lnTo>
                    <a:pt x="3680586" y="1321300"/>
                  </a:lnTo>
                  <a:lnTo>
                    <a:pt x="3687445" y="1324165"/>
                  </a:lnTo>
                  <a:lnTo>
                    <a:pt x="3694303" y="1327030"/>
                  </a:lnTo>
                  <a:lnTo>
                    <a:pt x="3701160" y="1329943"/>
                  </a:lnTo>
                  <a:lnTo>
                    <a:pt x="3708019" y="1332801"/>
                  </a:lnTo>
                  <a:lnTo>
                    <a:pt x="3714877" y="1335658"/>
                  </a:lnTo>
                  <a:lnTo>
                    <a:pt x="3721735" y="1338516"/>
                  </a:lnTo>
                  <a:lnTo>
                    <a:pt x="3728593" y="1341373"/>
                  </a:lnTo>
                  <a:lnTo>
                    <a:pt x="3735431" y="1344209"/>
                  </a:lnTo>
                  <a:lnTo>
                    <a:pt x="3776472" y="1360783"/>
                  </a:lnTo>
                  <a:lnTo>
                    <a:pt x="3783329" y="1363471"/>
                  </a:lnTo>
                  <a:lnTo>
                    <a:pt x="3790187" y="1366232"/>
                  </a:lnTo>
                  <a:lnTo>
                    <a:pt x="3797045" y="1368980"/>
                  </a:lnTo>
                  <a:lnTo>
                    <a:pt x="3803903" y="1371705"/>
                  </a:lnTo>
                  <a:lnTo>
                    <a:pt x="3810761" y="1374393"/>
                  </a:lnTo>
                  <a:lnTo>
                    <a:pt x="3817619" y="1377060"/>
                  </a:lnTo>
                  <a:lnTo>
                    <a:pt x="3824477" y="1379727"/>
                  </a:lnTo>
                  <a:lnTo>
                    <a:pt x="3831335" y="1382395"/>
                  </a:lnTo>
                  <a:lnTo>
                    <a:pt x="3838193" y="1385061"/>
                  </a:lnTo>
                  <a:lnTo>
                    <a:pt x="3845051" y="1387728"/>
                  </a:lnTo>
                  <a:lnTo>
                    <a:pt x="3851909" y="1390395"/>
                  </a:lnTo>
                  <a:lnTo>
                    <a:pt x="3858767" y="1393063"/>
                  </a:lnTo>
                  <a:lnTo>
                    <a:pt x="3865626" y="1395729"/>
                  </a:lnTo>
                  <a:lnTo>
                    <a:pt x="3872483" y="1398262"/>
                  </a:lnTo>
                  <a:lnTo>
                    <a:pt x="3879341" y="1400746"/>
                  </a:lnTo>
                  <a:lnTo>
                    <a:pt x="3886199" y="1403230"/>
                  </a:lnTo>
                  <a:lnTo>
                    <a:pt x="3893057" y="1405762"/>
                  </a:lnTo>
                  <a:lnTo>
                    <a:pt x="3899915" y="1408299"/>
                  </a:lnTo>
                  <a:lnTo>
                    <a:pt x="3906773" y="1410906"/>
                  </a:lnTo>
                  <a:lnTo>
                    <a:pt x="3913631" y="1413513"/>
                  </a:lnTo>
                  <a:lnTo>
                    <a:pt x="3920489" y="1416049"/>
                  </a:lnTo>
                  <a:lnTo>
                    <a:pt x="3927347" y="1418560"/>
                  </a:lnTo>
                  <a:lnTo>
                    <a:pt x="3934205" y="1420987"/>
                  </a:lnTo>
                  <a:lnTo>
                    <a:pt x="3941063" y="1423390"/>
                  </a:lnTo>
                  <a:lnTo>
                    <a:pt x="3947922" y="1425828"/>
                  </a:lnTo>
                  <a:lnTo>
                    <a:pt x="3982084" y="1437989"/>
                  </a:lnTo>
                  <a:lnTo>
                    <a:pt x="3988942" y="1440370"/>
                  </a:lnTo>
                  <a:lnTo>
                    <a:pt x="3995800" y="1442751"/>
                  </a:lnTo>
                  <a:lnTo>
                    <a:pt x="4002658" y="1445132"/>
                  </a:lnTo>
                  <a:lnTo>
                    <a:pt x="4009516" y="1447418"/>
                  </a:lnTo>
                  <a:lnTo>
                    <a:pt x="4016374" y="1449704"/>
                  </a:lnTo>
                  <a:lnTo>
                    <a:pt x="4023232" y="1451990"/>
                  </a:lnTo>
                  <a:lnTo>
                    <a:pt x="4030090" y="1454277"/>
                  </a:lnTo>
                  <a:lnTo>
                    <a:pt x="4036949" y="1456562"/>
                  </a:lnTo>
                  <a:lnTo>
                    <a:pt x="4043806" y="1458848"/>
                  </a:lnTo>
                  <a:lnTo>
                    <a:pt x="4050664" y="1461134"/>
                  </a:lnTo>
                  <a:lnTo>
                    <a:pt x="4057523" y="1463420"/>
                  </a:lnTo>
                  <a:lnTo>
                    <a:pt x="4064380" y="1465780"/>
                  </a:lnTo>
                  <a:lnTo>
                    <a:pt x="4105528" y="1479389"/>
                  </a:lnTo>
                  <a:lnTo>
                    <a:pt x="4126102" y="1485899"/>
                  </a:lnTo>
                  <a:lnTo>
                    <a:pt x="4132960" y="1488047"/>
                  </a:lnTo>
                  <a:lnTo>
                    <a:pt x="4139818" y="1490217"/>
                  </a:lnTo>
                  <a:lnTo>
                    <a:pt x="4146676" y="1492428"/>
                  </a:lnTo>
                  <a:lnTo>
                    <a:pt x="4153534" y="1494662"/>
                  </a:lnTo>
                  <a:lnTo>
                    <a:pt x="4160392" y="1496897"/>
                  </a:lnTo>
                  <a:lnTo>
                    <a:pt x="4167251" y="1499107"/>
                  </a:lnTo>
                  <a:lnTo>
                    <a:pt x="4174089" y="1501257"/>
                  </a:lnTo>
                  <a:lnTo>
                    <a:pt x="4180903" y="1503346"/>
                  </a:lnTo>
                  <a:lnTo>
                    <a:pt x="4187717" y="1505412"/>
                  </a:lnTo>
                  <a:lnTo>
                    <a:pt x="4194556" y="1507489"/>
                  </a:lnTo>
                  <a:lnTo>
                    <a:pt x="4228845" y="1517840"/>
                  </a:lnTo>
                  <a:lnTo>
                    <a:pt x="4235703" y="1519935"/>
                  </a:lnTo>
                  <a:lnTo>
                    <a:pt x="4276852" y="1532381"/>
                  </a:lnTo>
                  <a:lnTo>
                    <a:pt x="4283709" y="1534455"/>
                  </a:lnTo>
                  <a:lnTo>
                    <a:pt x="4290567" y="1536493"/>
                  </a:lnTo>
                  <a:lnTo>
                    <a:pt x="4297425" y="1538507"/>
                  </a:lnTo>
                  <a:lnTo>
                    <a:pt x="4304283" y="1540509"/>
                  </a:lnTo>
                  <a:lnTo>
                    <a:pt x="4311141" y="1542510"/>
                  </a:lnTo>
                  <a:lnTo>
                    <a:pt x="4317999" y="1544510"/>
                  </a:lnTo>
                  <a:lnTo>
                    <a:pt x="4324857" y="1546510"/>
                  </a:lnTo>
                  <a:lnTo>
                    <a:pt x="4331715" y="1548510"/>
                  </a:lnTo>
                  <a:lnTo>
                    <a:pt x="4338574" y="1550511"/>
                  </a:lnTo>
                  <a:lnTo>
                    <a:pt x="4345432" y="1552511"/>
                  </a:lnTo>
                  <a:lnTo>
                    <a:pt x="4352289" y="1554511"/>
                  </a:lnTo>
                  <a:lnTo>
                    <a:pt x="4359148" y="1556511"/>
                  </a:lnTo>
                  <a:lnTo>
                    <a:pt x="4366006" y="1558532"/>
                  </a:lnTo>
                  <a:lnTo>
                    <a:pt x="4372863" y="1560576"/>
                  </a:lnTo>
                  <a:lnTo>
                    <a:pt x="4379721" y="1562619"/>
                  </a:lnTo>
                  <a:lnTo>
                    <a:pt x="4386580" y="1564639"/>
                  </a:lnTo>
                  <a:lnTo>
                    <a:pt x="4393418" y="1566546"/>
                  </a:lnTo>
                  <a:lnTo>
                    <a:pt x="4400232" y="1568465"/>
                  </a:lnTo>
                  <a:lnTo>
                    <a:pt x="4407046" y="1570408"/>
                  </a:lnTo>
                  <a:lnTo>
                    <a:pt x="4413884" y="1572386"/>
                  </a:lnTo>
                  <a:lnTo>
                    <a:pt x="4420742" y="1574311"/>
                  </a:lnTo>
                  <a:lnTo>
                    <a:pt x="4427600" y="1576260"/>
                  </a:lnTo>
                  <a:lnTo>
                    <a:pt x="4434458" y="1578209"/>
                  </a:lnTo>
                  <a:lnTo>
                    <a:pt x="4441316" y="1580133"/>
                  </a:lnTo>
                  <a:lnTo>
                    <a:pt x="4448174" y="1582058"/>
                  </a:lnTo>
                  <a:lnTo>
                    <a:pt x="4455032" y="1584007"/>
                  </a:lnTo>
                  <a:lnTo>
                    <a:pt x="4461890" y="1585956"/>
                  </a:lnTo>
                  <a:lnTo>
                    <a:pt x="4468749" y="1587880"/>
                  </a:lnTo>
                  <a:lnTo>
                    <a:pt x="4475607" y="1589805"/>
                  </a:lnTo>
                  <a:lnTo>
                    <a:pt x="4482464" y="1591754"/>
                  </a:lnTo>
                  <a:lnTo>
                    <a:pt x="4489322" y="1593703"/>
                  </a:lnTo>
                  <a:lnTo>
                    <a:pt x="4496181" y="1595627"/>
                  </a:lnTo>
                  <a:lnTo>
                    <a:pt x="4503038" y="1597513"/>
                  </a:lnTo>
                  <a:lnTo>
                    <a:pt x="4509896" y="1599374"/>
                  </a:lnTo>
                  <a:lnTo>
                    <a:pt x="4516754" y="1601235"/>
                  </a:lnTo>
                  <a:lnTo>
                    <a:pt x="4523612" y="1603120"/>
                  </a:lnTo>
                  <a:lnTo>
                    <a:pt x="4530470" y="1604952"/>
                  </a:lnTo>
                  <a:lnTo>
                    <a:pt x="4537328" y="1606819"/>
                  </a:lnTo>
                  <a:lnTo>
                    <a:pt x="4544186" y="1608710"/>
                  </a:lnTo>
                  <a:lnTo>
                    <a:pt x="4551044" y="1610613"/>
                  </a:lnTo>
                  <a:lnTo>
                    <a:pt x="4557903" y="1612443"/>
                  </a:lnTo>
                  <a:lnTo>
                    <a:pt x="4564760" y="1614296"/>
                  </a:lnTo>
                  <a:lnTo>
                    <a:pt x="4571618" y="1616150"/>
                  </a:lnTo>
                  <a:lnTo>
                    <a:pt x="4578477" y="1617979"/>
                  </a:lnTo>
                  <a:lnTo>
                    <a:pt x="4585334" y="1619843"/>
                  </a:lnTo>
                  <a:lnTo>
                    <a:pt x="4592192" y="1621647"/>
                  </a:lnTo>
                  <a:lnTo>
                    <a:pt x="4599050" y="1623427"/>
                  </a:lnTo>
                  <a:lnTo>
                    <a:pt x="4605908" y="1625218"/>
                  </a:lnTo>
                  <a:lnTo>
                    <a:pt x="4612765" y="1627028"/>
                  </a:lnTo>
                  <a:lnTo>
                    <a:pt x="4619609" y="1628838"/>
                  </a:lnTo>
                  <a:lnTo>
                    <a:pt x="4626429" y="1630648"/>
                  </a:lnTo>
                  <a:lnTo>
                    <a:pt x="4633213" y="1632457"/>
                  </a:lnTo>
                  <a:lnTo>
                    <a:pt x="4640071" y="1634212"/>
                  </a:lnTo>
                  <a:lnTo>
                    <a:pt x="4646929" y="1636013"/>
                  </a:lnTo>
                  <a:lnTo>
                    <a:pt x="4653787" y="1637815"/>
                  </a:lnTo>
                  <a:lnTo>
                    <a:pt x="4660645" y="1639569"/>
                  </a:lnTo>
                  <a:lnTo>
                    <a:pt x="4667503" y="1641338"/>
                  </a:lnTo>
                  <a:lnTo>
                    <a:pt x="4674361" y="1643046"/>
                  </a:lnTo>
                  <a:lnTo>
                    <a:pt x="4681219" y="1644731"/>
                  </a:lnTo>
                  <a:lnTo>
                    <a:pt x="4688078" y="1646427"/>
                  </a:lnTo>
                  <a:lnTo>
                    <a:pt x="4694935" y="1648237"/>
                  </a:lnTo>
                  <a:lnTo>
                    <a:pt x="4701793" y="1650047"/>
                  </a:lnTo>
                  <a:lnTo>
                    <a:pt x="4708651" y="1651857"/>
                  </a:lnTo>
                  <a:lnTo>
                    <a:pt x="4715509" y="1653666"/>
                  </a:lnTo>
                  <a:lnTo>
                    <a:pt x="4722367" y="1655381"/>
                  </a:lnTo>
                  <a:lnTo>
                    <a:pt x="4729225" y="1657095"/>
                  </a:lnTo>
                  <a:lnTo>
                    <a:pt x="4736083" y="1658810"/>
                  </a:lnTo>
                  <a:lnTo>
                    <a:pt x="4742941" y="1660524"/>
                  </a:lnTo>
                  <a:lnTo>
                    <a:pt x="4749799" y="1662259"/>
                  </a:lnTo>
                  <a:lnTo>
                    <a:pt x="4756657" y="1664017"/>
                  </a:lnTo>
                  <a:lnTo>
                    <a:pt x="4763515" y="1665775"/>
                  </a:lnTo>
                  <a:lnTo>
                    <a:pt x="4770374" y="1667509"/>
                  </a:lnTo>
                  <a:lnTo>
                    <a:pt x="4777232" y="1669131"/>
                  </a:lnTo>
                  <a:lnTo>
                    <a:pt x="4784089" y="1670764"/>
                  </a:lnTo>
                  <a:lnTo>
                    <a:pt x="4790947" y="1672421"/>
                  </a:lnTo>
                  <a:lnTo>
                    <a:pt x="4797806" y="1674113"/>
                  </a:lnTo>
                  <a:lnTo>
                    <a:pt x="4804663" y="1675774"/>
                  </a:lnTo>
                  <a:lnTo>
                    <a:pt x="4811521" y="1677495"/>
                  </a:lnTo>
                  <a:lnTo>
                    <a:pt x="4818379" y="1679239"/>
                  </a:lnTo>
                  <a:lnTo>
                    <a:pt x="4825237" y="1680971"/>
                  </a:lnTo>
                  <a:lnTo>
                    <a:pt x="4832094" y="1682646"/>
                  </a:lnTo>
                  <a:lnTo>
                    <a:pt x="4838938" y="1684273"/>
                  </a:lnTo>
                  <a:lnTo>
                    <a:pt x="4845758" y="1685901"/>
                  </a:lnTo>
                  <a:lnTo>
                    <a:pt x="4852542" y="1687575"/>
                  </a:lnTo>
                  <a:lnTo>
                    <a:pt x="4859401" y="1689290"/>
                  </a:lnTo>
                  <a:lnTo>
                    <a:pt x="4866258" y="1691004"/>
                  </a:lnTo>
                  <a:lnTo>
                    <a:pt x="4873116" y="1692719"/>
                  </a:lnTo>
                  <a:lnTo>
                    <a:pt x="4879975" y="1694433"/>
                  </a:lnTo>
                  <a:lnTo>
                    <a:pt x="4886833" y="1696126"/>
                  </a:lnTo>
                  <a:lnTo>
                    <a:pt x="4893690" y="1697783"/>
                  </a:lnTo>
                  <a:lnTo>
                    <a:pt x="4900548" y="1699416"/>
                  </a:lnTo>
                  <a:lnTo>
                    <a:pt x="4907407" y="1701037"/>
                  </a:lnTo>
                  <a:lnTo>
                    <a:pt x="4914264" y="1702730"/>
                  </a:lnTo>
                  <a:lnTo>
                    <a:pt x="4921122" y="1704387"/>
                  </a:lnTo>
                  <a:lnTo>
                    <a:pt x="4927980" y="1706020"/>
                  </a:lnTo>
                  <a:lnTo>
                    <a:pt x="4934838" y="1707641"/>
                  </a:lnTo>
                  <a:lnTo>
                    <a:pt x="4941696" y="1709334"/>
                  </a:lnTo>
                  <a:lnTo>
                    <a:pt x="4948554" y="1710991"/>
                  </a:lnTo>
                  <a:lnTo>
                    <a:pt x="4955412" y="1712624"/>
                  </a:lnTo>
                  <a:lnTo>
                    <a:pt x="4962270" y="1714245"/>
                  </a:lnTo>
                  <a:lnTo>
                    <a:pt x="4969128" y="1715938"/>
                  </a:lnTo>
                  <a:lnTo>
                    <a:pt x="4975986" y="1717595"/>
                  </a:lnTo>
                  <a:lnTo>
                    <a:pt x="4982844" y="1719228"/>
                  </a:lnTo>
                  <a:lnTo>
                    <a:pt x="4989703" y="1720849"/>
                  </a:lnTo>
                  <a:lnTo>
                    <a:pt x="4996560" y="1722542"/>
                  </a:lnTo>
                  <a:lnTo>
                    <a:pt x="5003418" y="1724199"/>
                  </a:lnTo>
                  <a:lnTo>
                    <a:pt x="5010276" y="1725832"/>
                  </a:lnTo>
                  <a:lnTo>
                    <a:pt x="5017134" y="1727453"/>
                  </a:lnTo>
                  <a:lnTo>
                    <a:pt x="5023992" y="1729146"/>
                  </a:lnTo>
                  <a:lnTo>
                    <a:pt x="5030850" y="1730803"/>
                  </a:lnTo>
                  <a:lnTo>
                    <a:pt x="5037708" y="1732436"/>
                  </a:lnTo>
                  <a:lnTo>
                    <a:pt x="5044566" y="1734057"/>
                  </a:lnTo>
                  <a:lnTo>
                    <a:pt x="5051405" y="1735750"/>
                  </a:lnTo>
                  <a:lnTo>
                    <a:pt x="5058219" y="1737407"/>
                  </a:lnTo>
                  <a:lnTo>
                    <a:pt x="5065033" y="1739040"/>
                  </a:lnTo>
                  <a:lnTo>
                    <a:pt x="5071872" y="1740661"/>
                  </a:lnTo>
                  <a:lnTo>
                    <a:pt x="5078730" y="1742354"/>
                  </a:lnTo>
                  <a:lnTo>
                    <a:pt x="5119877" y="1752070"/>
                  </a:lnTo>
                  <a:lnTo>
                    <a:pt x="5126735" y="1753615"/>
                  </a:lnTo>
                  <a:lnTo>
                    <a:pt x="5133593" y="1755215"/>
                  </a:lnTo>
                  <a:lnTo>
                    <a:pt x="5140451" y="1756790"/>
                  </a:lnTo>
                  <a:lnTo>
                    <a:pt x="5147309" y="1758366"/>
                  </a:lnTo>
                  <a:lnTo>
                    <a:pt x="5154167" y="1759965"/>
                  </a:lnTo>
                  <a:lnTo>
                    <a:pt x="5195315" y="1769348"/>
                  </a:lnTo>
                  <a:lnTo>
                    <a:pt x="5209032" y="1772284"/>
                  </a:lnTo>
                  <a:lnTo>
                    <a:pt x="5215889" y="1773769"/>
                  </a:lnTo>
                  <a:lnTo>
                    <a:pt x="5222747" y="1775205"/>
                  </a:lnTo>
                  <a:lnTo>
                    <a:pt x="5229605" y="1776642"/>
                  </a:lnTo>
                  <a:lnTo>
                    <a:pt x="5236463" y="1778127"/>
                  </a:lnTo>
                  <a:lnTo>
                    <a:pt x="5243321" y="1779555"/>
                  </a:lnTo>
                  <a:lnTo>
                    <a:pt x="5250179" y="1780984"/>
                  </a:lnTo>
                  <a:lnTo>
                    <a:pt x="5257037" y="1782413"/>
                  </a:lnTo>
                  <a:lnTo>
                    <a:pt x="5291201" y="1789556"/>
                  </a:lnTo>
                  <a:lnTo>
                    <a:pt x="5298058" y="1790985"/>
                  </a:lnTo>
                  <a:lnTo>
                    <a:pt x="5304916" y="1792414"/>
                  </a:lnTo>
                  <a:lnTo>
                    <a:pt x="5311774" y="1793843"/>
                  </a:lnTo>
                  <a:lnTo>
                    <a:pt x="5318633" y="1795271"/>
                  </a:lnTo>
                  <a:lnTo>
                    <a:pt x="5325490" y="1796718"/>
                  </a:lnTo>
                  <a:lnTo>
                    <a:pt x="5332348" y="1798177"/>
                  </a:lnTo>
                  <a:lnTo>
                    <a:pt x="5339206" y="1799611"/>
                  </a:lnTo>
                  <a:lnTo>
                    <a:pt x="5346064" y="1800986"/>
                  </a:lnTo>
                  <a:lnTo>
                    <a:pt x="5352922" y="1802393"/>
                  </a:lnTo>
                  <a:lnTo>
                    <a:pt x="5359780" y="1803765"/>
                  </a:lnTo>
                  <a:lnTo>
                    <a:pt x="5366638" y="1805112"/>
                  </a:lnTo>
                  <a:lnTo>
                    <a:pt x="5373497" y="1806447"/>
                  </a:lnTo>
                  <a:lnTo>
                    <a:pt x="5380355" y="1807854"/>
                  </a:lnTo>
                  <a:lnTo>
                    <a:pt x="5414644" y="1814512"/>
                  </a:lnTo>
                  <a:lnTo>
                    <a:pt x="5421502" y="1815802"/>
                  </a:lnTo>
                  <a:lnTo>
                    <a:pt x="5428360" y="1817115"/>
                  </a:lnTo>
                  <a:lnTo>
                    <a:pt x="5435218" y="1818469"/>
                  </a:lnTo>
                  <a:lnTo>
                    <a:pt x="5442076" y="1819846"/>
                  </a:lnTo>
                  <a:lnTo>
                    <a:pt x="5448934" y="1821223"/>
                  </a:lnTo>
                  <a:lnTo>
                    <a:pt x="5455792" y="1822577"/>
                  </a:lnTo>
                  <a:lnTo>
                    <a:pt x="5462651" y="1823890"/>
                  </a:lnTo>
                  <a:lnTo>
                    <a:pt x="5469508" y="1825180"/>
                  </a:lnTo>
                  <a:lnTo>
                    <a:pt x="5476366" y="1826470"/>
                  </a:lnTo>
                  <a:lnTo>
                    <a:pt x="5483225" y="1827783"/>
                  </a:lnTo>
                  <a:lnTo>
                    <a:pt x="5490081" y="1829044"/>
                  </a:lnTo>
                  <a:lnTo>
                    <a:pt x="5496925" y="1830339"/>
                  </a:lnTo>
                  <a:lnTo>
                    <a:pt x="5503745" y="1831659"/>
                  </a:lnTo>
                  <a:lnTo>
                    <a:pt x="5510530" y="1832990"/>
                  </a:lnTo>
                  <a:lnTo>
                    <a:pt x="5517387" y="1834209"/>
                  </a:lnTo>
                  <a:lnTo>
                    <a:pt x="5524245" y="1835403"/>
                  </a:lnTo>
                  <a:lnTo>
                    <a:pt x="5531103" y="1836598"/>
                  </a:lnTo>
                  <a:lnTo>
                    <a:pt x="5537961" y="1837816"/>
                  </a:lnTo>
                  <a:lnTo>
                    <a:pt x="5544819" y="1839053"/>
                  </a:lnTo>
                  <a:lnTo>
                    <a:pt x="5551677" y="1840277"/>
                  </a:lnTo>
                  <a:lnTo>
                    <a:pt x="5558535" y="1841478"/>
                  </a:lnTo>
                  <a:lnTo>
                    <a:pt x="5565393" y="1842642"/>
                  </a:lnTo>
                  <a:lnTo>
                    <a:pt x="5572251" y="1843881"/>
                  </a:lnTo>
                  <a:lnTo>
                    <a:pt x="5579109" y="1845119"/>
                  </a:lnTo>
                  <a:lnTo>
                    <a:pt x="5585967" y="1846357"/>
                  </a:lnTo>
                  <a:lnTo>
                    <a:pt x="5592826" y="1847595"/>
                  </a:lnTo>
                  <a:lnTo>
                    <a:pt x="5599683" y="1848832"/>
                  </a:lnTo>
                  <a:lnTo>
                    <a:pt x="5606541" y="1850056"/>
                  </a:lnTo>
                  <a:lnTo>
                    <a:pt x="5613399" y="1851257"/>
                  </a:lnTo>
                  <a:lnTo>
                    <a:pt x="5620258" y="1852421"/>
                  </a:lnTo>
                  <a:lnTo>
                    <a:pt x="5627115" y="1853620"/>
                  </a:lnTo>
                  <a:lnTo>
                    <a:pt x="5633973" y="1854771"/>
                  </a:lnTo>
                  <a:lnTo>
                    <a:pt x="5640831" y="1855922"/>
                  </a:lnTo>
                  <a:lnTo>
                    <a:pt x="5647689" y="1857120"/>
                  </a:lnTo>
                  <a:lnTo>
                    <a:pt x="5681980" y="1863185"/>
                  </a:lnTo>
                  <a:lnTo>
                    <a:pt x="5688837" y="1864423"/>
                  </a:lnTo>
                  <a:lnTo>
                    <a:pt x="5695695" y="1865661"/>
                  </a:lnTo>
                  <a:lnTo>
                    <a:pt x="5702554" y="1866899"/>
                  </a:lnTo>
                  <a:lnTo>
                    <a:pt x="5709392" y="1868064"/>
                  </a:lnTo>
                  <a:lnTo>
                    <a:pt x="5716206" y="1869265"/>
                  </a:lnTo>
                  <a:lnTo>
                    <a:pt x="5723020" y="1870489"/>
                  </a:lnTo>
                  <a:lnTo>
                    <a:pt x="5729858" y="1871725"/>
                  </a:lnTo>
                  <a:lnTo>
                    <a:pt x="5736716" y="1872962"/>
                  </a:lnTo>
                  <a:lnTo>
                    <a:pt x="5743574" y="1874186"/>
                  </a:lnTo>
                  <a:lnTo>
                    <a:pt x="5750432" y="1875387"/>
                  </a:lnTo>
                  <a:lnTo>
                    <a:pt x="5757290" y="1876552"/>
                  </a:lnTo>
                  <a:lnTo>
                    <a:pt x="5764149" y="1877790"/>
                  </a:lnTo>
                  <a:lnTo>
                    <a:pt x="5771007" y="1879028"/>
                  </a:lnTo>
                  <a:lnTo>
                    <a:pt x="5777864" y="1880266"/>
                  </a:lnTo>
                  <a:lnTo>
                    <a:pt x="5784723" y="1881504"/>
                  </a:lnTo>
                  <a:lnTo>
                    <a:pt x="5791581" y="1882741"/>
                  </a:lnTo>
                  <a:lnTo>
                    <a:pt x="5798438" y="1883965"/>
                  </a:lnTo>
                  <a:lnTo>
                    <a:pt x="5805296" y="1885166"/>
                  </a:lnTo>
                  <a:lnTo>
                    <a:pt x="5812155" y="1886330"/>
                  </a:lnTo>
                  <a:lnTo>
                    <a:pt x="5819012" y="1887529"/>
                  </a:lnTo>
                  <a:lnTo>
                    <a:pt x="5825870" y="1888680"/>
                  </a:lnTo>
                  <a:lnTo>
                    <a:pt x="5832728" y="1889831"/>
                  </a:lnTo>
                  <a:lnTo>
                    <a:pt x="5839586" y="1891029"/>
                  </a:lnTo>
                  <a:lnTo>
                    <a:pt x="5846444" y="1892172"/>
                  </a:lnTo>
                  <a:lnTo>
                    <a:pt x="5853302" y="1893315"/>
                  </a:lnTo>
                  <a:lnTo>
                    <a:pt x="5860160" y="1894458"/>
                  </a:lnTo>
                  <a:lnTo>
                    <a:pt x="5867018" y="1895602"/>
                  </a:lnTo>
                  <a:lnTo>
                    <a:pt x="5873876" y="1896651"/>
                  </a:lnTo>
                  <a:lnTo>
                    <a:pt x="5880734" y="1897713"/>
                  </a:lnTo>
                  <a:lnTo>
                    <a:pt x="5887592" y="1898798"/>
                  </a:lnTo>
                  <a:lnTo>
                    <a:pt x="5894451" y="1899919"/>
                  </a:lnTo>
                  <a:lnTo>
                    <a:pt x="5901308" y="1900969"/>
                  </a:lnTo>
                  <a:lnTo>
                    <a:pt x="5908166" y="1902031"/>
                  </a:lnTo>
                  <a:lnTo>
                    <a:pt x="5915024" y="1903116"/>
                  </a:lnTo>
                  <a:lnTo>
                    <a:pt x="5921883" y="1904237"/>
                  </a:lnTo>
                  <a:lnTo>
                    <a:pt x="5928739" y="1905305"/>
                  </a:lnTo>
                  <a:lnTo>
                    <a:pt x="5935583" y="1906396"/>
                  </a:lnTo>
                  <a:lnTo>
                    <a:pt x="5942403" y="1907488"/>
                  </a:lnTo>
                  <a:lnTo>
                    <a:pt x="5949187" y="1908555"/>
                  </a:lnTo>
                  <a:lnTo>
                    <a:pt x="5990335" y="1914652"/>
                  </a:lnTo>
                  <a:lnTo>
                    <a:pt x="5997193" y="1915743"/>
                  </a:lnTo>
                  <a:lnTo>
                    <a:pt x="6004052" y="1916810"/>
                  </a:lnTo>
                  <a:lnTo>
                    <a:pt x="6010909" y="1917838"/>
                  </a:lnTo>
                  <a:lnTo>
                    <a:pt x="6017767" y="1918842"/>
                  </a:lnTo>
                  <a:lnTo>
                    <a:pt x="6024625" y="1919847"/>
                  </a:lnTo>
                  <a:lnTo>
                    <a:pt x="6031483" y="1920874"/>
                  </a:lnTo>
                  <a:lnTo>
                    <a:pt x="6038341" y="1921847"/>
                  </a:lnTo>
                  <a:lnTo>
                    <a:pt x="6045199" y="1922843"/>
                  </a:lnTo>
                  <a:lnTo>
                    <a:pt x="6052057" y="1923839"/>
                  </a:lnTo>
                  <a:lnTo>
                    <a:pt x="6058915" y="1924811"/>
                  </a:lnTo>
                  <a:lnTo>
                    <a:pt x="6065774" y="1925857"/>
                  </a:lnTo>
                  <a:lnTo>
                    <a:pt x="6100063" y="1930733"/>
                  </a:lnTo>
                  <a:lnTo>
                    <a:pt x="6106921" y="1931679"/>
                  </a:lnTo>
                  <a:lnTo>
                    <a:pt x="6113780" y="1932685"/>
                  </a:lnTo>
                  <a:lnTo>
                    <a:pt x="6120637" y="1933658"/>
                  </a:lnTo>
                  <a:lnTo>
                    <a:pt x="6127495" y="1934654"/>
                  </a:lnTo>
                  <a:lnTo>
                    <a:pt x="6134353" y="1935650"/>
                  </a:lnTo>
                  <a:lnTo>
                    <a:pt x="6141211" y="1936622"/>
                  </a:lnTo>
                  <a:lnTo>
                    <a:pt x="6148068" y="1937668"/>
                  </a:lnTo>
                  <a:lnTo>
                    <a:pt x="6189090" y="1943490"/>
                  </a:lnTo>
                  <a:lnTo>
                    <a:pt x="6195949" y="1944369"/>
                  </a:lnTo>
                  <a:lnTo>
                    <a:pt x="6202807" y="1945322"/>
                  </a:lnTo>
                  <a:lnTo>
                    <a:pt x="6209664" y="1946275"/>
                  </a:lnTo>
                  <a:lnTo>
                    <a:pt x="6216522" y="1947227"/>
                  </a:lnTo>
                  <a:lnTo>
                    <a:pt x="6223381" y="1948179"/>
                  </a:lnTo>
                  <a:lnTo>
                    <a:pt x="6230238" y="1949152"/>
                  </a:lnTo>
                  <a:lnTo>
                    <a:pt x="6237096" y="1950148"/>
                  </a:lnTo>
                  <a:lnTo>
                    <a:pt x="6243954" y="1951144"/>
                  </a:lnTo>
                  <a:lnTo>
                    <a:pt x="6250812" y="1952116"/>
                  </a:lnTo>
                  <a:lnTo>
                    <a:pt x="6257670" y="1953144"/>
                  </a:lnTo>
                  <a:lnTo>
                    <a:pt x="6264528" y="1954148"/>
                  </a:lnTo>
                  <a:lnTo>
                    <a:pt x="6271386" y="1955153"/>
                  </a:lnTo>
                  <a:lnTo>
                    <a:pt x="6278244" y="1956180"/>
                  </a:lnTo>
                  <a:lnTo>
                    <a:pt x="6285103" y="1957208"/>
                  </a:lnTo>
                  <a:lnTo>
                    <a:pt x="6291960" y="1958212"/>
                  </a:lnTo>
                  <a:lnTo>
                    <a:pt x="6298818" y="1959217"/>
                  </a:lnTo>
                  <a:lnTo>
                    <a:pt x="6305677" y="1960244"/>
                  </a:lnTo>
                  <a:lnTo>
                    <a:pt x="6312534" y="1961253"/>
                  </a:lnTo>
                  <a:lnTo>
                    <a:pt x="6353682" y="1965771"/>
                  </a:lnTo>
                  <a:lnTo>
                    <a:pt x="6360540" y="1966213"/>
                  </a:lnTo>
                  <a:lnTo>
                    <a:pt x="6401561" y="1969134"/>
                  </a:lnTo>
                  <a:lnTo>
                    <a:pt x="6408419" y="1969567"/>
                  </a:lnTo>
                  <a:lnTo>
                    <a:pt x="6415278" y="1970023"/>
                  </a:lnTo>
                  <a:lnTo>
                    <a:pt x="6422135" y="1970500"/>
                  </a:lnTo>
                  <a:lnTo>
                    <a:pt x="6428993" y="1970976"/>
                  </a:lnTo>
                  <a:lnTo>
                    <a:pt x="6435851" y="1971452"/>
                  </a:lnTo>
                  <a:lnTo>
                    <a:pt x="6442709" y="1971928"/>
                  </a:lnTo>
                  <a:lnTo>
                    <a:pt x="6449567" y="1972478"/>
                  </a:lnTo>
                  <a:lnTo>
                    <a:pt x="6456425" y="1972992"/>
                  </a:lnTo>
                  <a:lnTo>
                    <a:pt x="6463283" y="1973482"/>
                  </a:lnTo>
                  <a:lnTo>
                    <a:pt x="6470141" y="1973960"/>
                  </a:lnTo>
                  <a:lnTo>
                    <a:pt x="6476999" y="1974550"/>
                  </a:lnTo>
                  <a:lnTo>
                    <a:pt x="6483857" y="1975151"/>
                  </a:lnTo>
                  <a:lnTo>
                    <a:pt x="6490715" y="1975729"/>
                  </a:lnTo>
                  <a:lnTo>
                    <a:pt x="6497574" y="1976246"/>
                  </a:lnTo>
                  <a:lnTo>
                    <a:pt x="6504432" y="1976796"/>
                  </a:lnTo>
                  <a:lnTo>
                    <a:pt x="6511289" y="1977310"/>
                  </a:lnTo>
                  <a:lnTo>
                    <a:pt x="6518147" y="1977800"/>
                  </a:lnTo>
                  <a:lnTo>
                    <a:pt x="6525006" y="1978278"/>
                  </a:lnTo>
                  <a:lnTo>
                    <a:pt x="6531863" y="1978868"/>
                  </a:lnTo>
                  <a:lnTo>
                    <a:pt x="6538721" y="1979469"/>
                  </a:lnTo>
                  <a:lnTo>
                    <a:pt x="6545579" y="1980047"/>
                  </a:lnTo>
                  <a:lnTo>
                    <a:pt x="6552437" y="1980564"/>
                  </a:lnTo>
                  <a:lnTo>
                    <a:pt x="6559295" y="1981114"/>
                  </a:lnTo>
                  <a:lnTo>
                    <a:pt x="6566153" y="1981628"/>
                  </a:lnTo>
                  <a:lnTo>
                    <a:pt x="6573011" y="1982118"/>
                  </a:lnTo>
                  <a:lnTo>
                    <a:pt x="6579869" y="1982596"/>
                  </a:lnTo>
                </a:path>
              </a:pathLst>
            </a:custGeom>
            <a:ln w="2222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457323" y="3078226"/>
              <a:ext cx="6863715" cy="2293620"/>
            </a:xfrm>
            <a:custGeom>
              <a:avLst/>
              <a:gdLst/>
              <a:ahLst/>
              <a:cxnLst/>
              <a:rect l="l" t="t" r="r" b="b"/>
              <a:pathLst>
                <a:path w="6863715" h="2293620">
                  <a:moveTo>
                    <a:pt x="0" y="47116"/>
                  </a:moveTo>
                  <a:lnTo>
                    <a:pt x="1396" y="46227"/>
                  </a:lnTo>
                  <a:lnTo>
                    <a:pt x="2666" y="45720"/>
                  </a:lnTo>
                  <a:lnTo>
                    <a:pt x="4063" y="44576"/>
                  </a:lnTo>
                  <a:lnTo>
                    <a:pt x="5460" y="43307"/>
                  </a:lnTo>
                  <a:lnTo>
                    <a:pt x="6857" y="41275"/>
                  </a:lnTo>
                  <a:lnTo>
                    <a:pt x="8381" y="39877"/>
                  </a:lnTo>
                  <a:lnTo>
                    <a:pt x="9778" y="38608"/>
                  </a:lnTo>
                  <a:lnTo>
                    <a:pt x="11175" y="37464"/>
                  </a:lnTo>
                  <a:lnTo>
                    <a:pt x="12700" y="36195"/>
                  </a:lnTo>
                  <a:lnTo>
                    <a:pt x="14096" y="35051"/>
                  </a:lnTo>
                  <a:lnTo>
                    <a:pt x="15620" y="33909"/>
                  </a:lnTo>
                  <a:lnTo>
                    <a:pt x="17144" y="32765"/>
                  </a:lnTo>
                  <a:lnTo>
                    <a:pt x="18668" y="31623"/>
                  </a:lnTo>
                  <a:lnTo>
                    <a:pt x="20193" y="30607"/>
                  </a:lnTo>
                  <a:lnTo>
                    <a:pt x="21716" y="29463"/>
                  </a:lnTo>
                  <a:lnTo>
                    <a:pt x="23240" y="28448"/>
                  </a:lnTo>
                  <a:lnTo>
                    <a:pt x="24764" y="27559"/>
                  </a:lnTo>
                  <a:lnTo>
                    <a:pt x="26288" y="26543"/>
                  </a:lnTo>
                  <a:lnTo>
                    <a:pt x="27939" y="25653"/>
                  </a:lnTo>
                  <a:lnTo>
                    <a:pt x="29463" y="24637"/>
                  </a:lnTo>
                  <a:lnTo>
                    <a:pt x="31114" y="23875"/>
                  </a:lnTo>
                  <a:lnTo>
                    <a:pt x="32638" y="22987"/>
                  </a:lnTo>
                  <a:lnTo>
                    <a:pt x="34289" y="22098"/>
                  </a:lnTo>
                  <a:lnTo>
                    <a:pt x="35940" y="21336"/>
                  </a:lnTo>
                  <a:lnTo>
                    <a:pt x="37591" y="20574"/>
                  </a:lnTo>
                  <a:lnTo>
                    <a:pt x="39243" y="19812"/>
                  </a:lnTo>
                  <a:lnTo>
                    <a:pt x="40893" y="19050"/>
                  </a:lnTo>
                  <a:lnTo>
                    <a:pt x="42671" y="18287"/>
                  </a:lnTo>
                  <a:lnTo>
                    <a:pt x="44322" y="17652"/>
                  </a:lnTo>
                  <a:lnTo>
                    <a:pt x="46100" y="17018"/>
                  </a:lnTo>
                  <a:lnTo>
                    <a:pt x="47751" y="16256"/>
                  </a:lnTo>
                  <a:lnTo>
                    <a:pt x="49529" y="15621"/>
                  </a:lnTo>
                  <a:lnTo>
                    <a:pt x="51307" y="15112"/>
                  </a:lnTo>
                  <a:lnTo>
                    <a:pt x="53085" y="14477"/>
                  </a:lnTo>
                  <a:lnTo>
                    <a:pt x="62102" y="11811"/>
                  </a:lnTo>
                  <a:lnTo>
                    <a:pt x="63881" y="11302"/>
                  </a:lnTo>
                  <a:lnTo>
                    <a:pt x="65785" y="10922"/>
                  </a:lnTo>
                  <a:lnTo>
                    <a:pt x="67690" y="10413"/>
                  </a:lnTo>
                  <a:lnTo>
                    <a:pt x="69595" y="10033"/>
                  </a:lnTo>
                  <a:lnTo>
                    <a:pt x="71500" y="9525"/>
                  </a:lnTo>
                  <a:lnTo>
                    <a:pt x="73406" y="9144"/>
                  </a:lnTo>
                  <a:lnTo>
                    <a:pt x="75310" y="8762"/>
                  </a:lnTo>
                  <a:lnTo>
                    <a:pt x="77215" y="8382"/>
                  </a:lnTo>
                  <a:lnTo>
                    <a:pt x="79247" y="8000"/>
                  </a:lnTo>
                  <a:lnTo>
                    <a:pt x="81152" y="7747"/>
                  </a:lnTo>
                  <a:lnTo>
                    <a:pt x="83184" y="7365"/>
                  </a:lnTo>
                  <a:lnTo>
                    <a:pt x="85216" y="6985"/>
                  </a:lnTo>
                  <a:lnTo>
                    <a:pt x="87249" y="6731"/>
                  </a:lnTo>
                  <a:lnTo>
                    <a:pt x="89281" y="6476"/>
                  </a:lnTo>
                  <a:lnTo>
                    <a:pt x="91312" y="6096"/>
                  </a:lnTo>
                  <a:lnTo>
                    <a:pt x="93344" y="5841"/>
                  </a:lnTo>
                  <a:lnTo>
                    <a:pt x="95503" y="5587"/>
                  </a:lnTo>
                  <a:lnTo>
                    <a:pt x="97535" y="5334"/>
                  </a:lnTo>
                  <a:lnTo>
                    <a:pt x="99694" y="5079"/>
                  </a:lnTo>
                  <a:lnTo>
                    <a:pt x="101726" y="4825"/>
                  </a:lnTo>
                  <a:lnTo>
                    <a:pt x="103885" y="4572"/>
                  </a:lnTo>
                  <a:lnTo>
                    <a:pt x="106044" y="4445"/>
                  </a:lnTo>
                  <a:lnTo>
                    <a:pt x="108203" y="4190"/>
                  </a:lnTo>
                  <a:lnTo>
                    <a:pt x="110489" y="3937"/>
                  </a:lnTo>
                  <a:lnTo>
                    <a:pt x="112649" y="3810"/>
                  </a:lnTo>
                  <a:lnTo>
                    <a:pt x="114934" y="3556"/>
                  </a:lnTo>
                  <a:lnTo>
                    <a:pt x="117093" y="3428"/>
                  </a:lnTo>
                  <a:lnTo>
                    <a:pt x="119379" y="3301"/>
                  </a:lnTo>
                  <a:lnTo>
                    <a:pt x="121665" y="3048"/>
                  </a:lnTo>
                  <a:lnTo>
                    <a:pt x="123951" y="2921"/>
                  </a:lnTo>
                  <a:lnTo>
                    <a:pt x="126237" y="2794"/>
                  </a:lnTo>
                  <a:lnTo>
                    <a:pt x="128524" y="2666"/>
                  </a:lnTo>
                  <a:lnTo>
                    <a:pt x="130937" y="2539"/>
                  </a:lnTo>
                  <a:lnTo>
                    <a:pt x="133222" y="2412"/>
                  </a:lnTo>
                  <a:lnTo>
                    <a:pt x="135635" y="2286"/>
                  </a:lnTo>
                  <a:lnTo>
                    <a:pt x="138049" y="2159"/>
                  </a:lnTo>
                  <a:lnTo>
                    <a:pt x="140462" y="2032"/>
                  </a:lnTo>
                  <a:lnTo>
                    <a:pt x="142875" y="1904"/>
                  </a:lnTo>
                  <a:lnTo>
                    <a:pt x="145287" y="1777"/>
                  </a:lnTo>
                  <a:lnTo>
                    <a:pt x="147700" y="1650"/>
                  </a:lnTo>
                  <a:lnTo>
                    <a:pt x="150240" y="1650"/>
                  </a:lnTo>
                  <a:lnTo>
                    <a:pt x="152653" y="1524"/>
                  </a:lnTo>
                  <a:lnTo>
                    <a:pt x="155194" y="1397"/>
                  </a:lnTo>
                  <a:lnTo>
                    <a:pt x="157733" y="1397"/>
                  </a:lnTo>
                  <a:lnTo>
                    <a:pt x="160274" y="1270"/>
                  </a:lnTo>
                  <a:lnTo>
                    <a:pt x="162813" y="1270"/>
                  </a:lnTo>
                  <a:lnTo>
                    <a:pt x="165353" y="1143"/>
                  </a:lnTo>
                  <a:lnTo>
                    <a:pt x="168020" y="1015"/>
                  </a:lnTo>
                  <a:lnTo>
                    <a:pt x="170560" y="1015"/>
                  </a:lnTo>
                  <a:lnTo>
                    <a:pt x="173227" y="1015"/>
                  </a:lnTo>
                  <a:lnTo>
                    <a:pt x="175894" y="888"/>
                  </a:lnTo>
                  <a:lnTo>
                    <a:pt x="178562" y="888"/>
                  </a:lnTo>
                  <a:lnTo>
                    <a:pt x="181228" y="762"/>
                  </a:lnTo>
                  <a:lnTo>
                    <a:pt x="183895" y="762"/>
                  </a:lnTo>
                  <a:lnTo>
                    <a:pt x="186689" y="635"/>
                  </a:lnTo>
                  <a:lnTo>
                    <a:pt x="189356" y="635"/>
                  </a:lnTo>
                  <a:lnTo>
                    <a:pt x="192150" y="635"/>
                  </a:lnTo>
                  <a:lnTo>
                    <a:pt x="194944" y="508"/>
                  </a:lnTo>
                  <a:lnTo>
                    <a:pt x="197738" y="508"/>
                  </a:lnTo>
                  <a:lnTo>
                    <a:pt x="200532" y="508"/>
                  </a:lnTo>
                  <a:lnTo>
                    <a:pt x="203326" y="508"/>
                  </a:lnTo>
                  <a:lnTo>
                    <a:pt x="206247" y="381"/>
                  </a:lnTo>
                  <a:lnTo>
                    <a:pt x="209169" y="381"/>
                  </a:lnTo>
                  <a:lnTo>
                    <a:pt x="211962" y="381"/>
                  </a:lnTo>
                  <a:lnTo>
                    <a:pt x="214883" y="381"/>
                  </a:lnTo>
                  <a:lnTo>
                    <a:pt x="217804" y="253"/>
                  </a:lnTo>
                  <a:lnTo>
                    <a:pt x="232790" y="253"/>
                  </a:lnTo>
                  <a:lnTo>
                    <a:pt x="235838" y="126"/>
                  </a:lnTo>
                  <a:lnTo>
                    <a:pt x="264159" y="126"/>
                  </a:lnTo>
                  <a:lnTo>
                    <a:pt x="267334" y="0"/>
                  </a:lnTo>
                  <a:lnTo>
                    <a:pt x="366649" y="0"/>
                  </a:lnTo>
                  <a:lnTo>
                    <a:pt x="370458" y="126"/>
                  </a:lnTo>
                  <a:lnTo>
                    <a:pt x="615950" y="126"/>
                  </a:lnTo>
                  <a:lnTo>
                    <a:pt x="621029" y="253"/>
                  </a:lnTo>
                  <a:lnTo>
                    <a:pt x="782065" y="253"/>
                  </a:lnTo>
                  <a:lnTo>
                    <a:pt x="787653" y="381"/>
                  </a:lnTo>
                  <a:lnTo>
                    <a:pt x="964311" y="381"/>
                  </a:lnTo>
                  <a:lnTo>
                    <a:pt x="970406" y="508"/>
                  </a:lnTo>
                  <a:lnTo>
                    <a:pt x="1348739" y="508"/>
                  </a:lnTo>
                  <a:lnTo>
                    <a:pt x="1355089" y="381"/>
                  </a:lnTo>
                  <a:lnTo>
                    <a:pt x="1399539" y="381"/>
                  </a:lnTo>
                  <a:lnTo>
                    <a:pt x="1405889" y="253"/>
                  </a:lnTo>
                  <a:lnTo>
                    <a:pt x="1449959" y="253"/>
                  </a:lnTo>
                  <a:lnTo>
                    <a:pt x="1456181" y="126"/>
                  </a:lnTo>
                  <a:lnTo>
                    <a:pt x="1645919" y="126"/>
                  </a:lnTo>
                  <a:lnTo>
                    <a:pt x="1651889" y="0"/>
                  </a:lnTo>
                  <a:lnTo>
                    <a:pt x="1657730" y="126"/>
                  </a:lnTo>
                  <a:lnTo>
                    <a:pt x="1663700" y="126"/>
                  </a:lnTo>
                  <a:lnTo>
                    <a:pt x="1669541" y="0"/>
                  </a:lnTo>
                  <a:lnTo>
                    <a:pt x="1675384" y="126"/>
                  </a:lnTo>
                  <a:lnTo>
                    <a:pt x="1681352" y="126"/>
                  </a:lnTo>
                  <a:lnTo>
                    <a:pt x="1687194" y="253"/>
                  </a:lnTo>
                  <a:lnTo>
                    <a:pt x="1692910" y="508"/>
                  </a:lnTo>
                  <a:lnTo>
                    <a:pt x="1698752" y="762"/>
                  </a:lnTo>
                  <a:lnTo>
                    <a:pt x="1704593" y="1015"/>
                  </a:lnTo>
                  <a:lnTo>
                    <a:pt x="1710309" y="1650"/>
                  </a:lnTo>
                  <a:lnTo>
                    <a:pt x="1716151" y="2286"/>
                  </a:lnTo>
                  <a:lnTo>
                    <a:pt x="1756028" y="12064"/>
                  </a:lnTo>
                  <a:lnTo>
                    <a:pt x="1761616" y="14224"/>
                  </a:lnTo>
                  <a:lnTo>
                    <a:pt x="1767204" y="16383"/>
                  </a:lnTo>
                  <a:lnTo>
                    <a:pt x="1772792" y="18796"/>
                  </a:lnTo>
                  <a:lnTo>
                    <a:pt x="1778380" y="21462"/>
                  </a:lnTo>
                  <a:lnTo>
                    <a:pt x="1783968" y="24129"/>
                  </a:lnTo>
                  <a:lnTo>
                    <a:pt x="1789556" y="27050"/>
                  </a:lnTo>
                  <a:lnTo>
                    <a:pt x="1795017" y="29972"/>
                  </a:lnTo>
                  <a:lnTo>
                    <a:pt x="1800605" y="33020"/>
                  </a:lnTo>
                  <a:lnTo>
                    <a:pt x="1806066" y="36322"/>
                  </a:lnTo>
                  <a:lnTo>
                    <a:pt x="1811527" y="39624"/>
                  </a:lnTo>
                  <a:lnTo>
                    <a:pt x="1816989" y="43052"/>
                  </a:lnTo>
                  <a:lnTo>
                    <a:pt x="1822450" y="46609"/>
                  </a:lnTo>
                  <a:lnTo>
                    <a:pt x="1827784" y="50291"/>
                  </a:lnTo>
                  <a:lnTo>
                    <a:pt x="1833244" y="53975"/>
                  </a:lnTo>
                  <a:lnTo>
                    <a:pt x="1838578" y="57785"/>
                  </a:lnTo>
                  <a:lnTo>
                    <a:pt x="1843913" y="61722"/>
                  </a:lnTo>
                  <a:lnTo>
                    <a:pt x="1849247" y="65659"/>
                  </a:lnTo>
                  <a:lnTo>
                    <a:pt x="1854580" y="69723"/>
                  </a:lnTo>
                  <a:lnTo>
                    <a:pt x="1859914" y="73787"/>
                  </a:lnTo>
                  <a:lnTo>
                    <a:pt x="1865249" y="77977"/>
                  </a:lnTo>
                  <a:lnTo>
                    <a:pt x="1870455" y="82169"/>
                  </a:lnTo>
                  <a:lnTo>
                    <a:pt x="1875663" y="86613"/>
                  </a:lnTo>
                  <a:lnTo>
                    <a:pt x="1880869" y="90932"/>
                  </a:lnTo>
                  <a:lnTo>
                    <a:pt x="1886077" y="95250"/>
                  </a:lnTo>
                  <a:lnTo>
                    <a:pt x="1891284" y="99822"/>
                  </a:lnTo>
                  <a:lnTo>
                    <a:pt x="1896490" y="104266"/>
                  </a:lnTo>
                  <a:lnTo>
                    <a:pt x="1901571" y="108838"/>
                  </a:lnTo>
                  <a:lnTo>
                    <a:pt x="1906651" y="113411"/>
                  </a:lnTo>
                  <a:lnTo>
                    <a:pt x="1911857" y="117983"/>
                  </a:lnTo>
                  <a:lnTo>
                    <a:pt x="1916938" y="122682"/>
                  </a:lnTo>
                  <a:lnTo>
                    <a:pt x="1921890" y="127253"/>
                  </a:lnTo>
                  <a:lnTo>
                    <a:pt x="1926971" y="131952"/>
                  </a:lnTo>
                  <a:lnTo>
                    <a:pt x="1932051" y="136778"/>
                  </a:lnTo>
                  <a:lnTo>
                    <a:pt x="1937003" y="141477"/>
                  </a:lnTo>
                  <a:lnTo>
                    <a:pt x="1941956" y="146303"/>
                  </a:lnTo>
                  <a:lnTo>
                    <a:pt x="1946910" y="151129"/>
                  </a:lnTo>
                  <a:lnTo>
                    <a:pt x="1951863" y="155956"/>
                  </a:lnTo>
                  <a:lnTo>
                    <a:pt x="1956815" y="160654"/>
                  </a:lnTo>
                  <a:lnTo>
                    <a:pt x="1961641" y="165608"/>
                  </a:lnTo>
                  <a:lnTo>
                    <a:pt x="1966594" y="170434"/>
                  </a:lnTo>
                  <a:lnTo>
                    <a:pt x="1971421" y="175260"/>
                  </a:lnTo>
                  <a:lnTo>
                    <a:pt x="1976247" y="180212"/>
                  </a:lnTo>
                  <a:lnTo>
                    <a:pt x="1981073" y="185038"/>
                  </a:lnTo>
                  <a:lnTo>
                    <a:pt x="1985772" y="189991"/>
                  </a:lnTo>
                  <a:lnTo>
                    <a:pt x="1990598" y="194818"/>
                  </a:lnTo>
                  <a:lnTo>
                    <a:pt x="1995297" y="199771"/>
                  </a:lnTo>
                  <a:lnTo>
                    <a:pt x="2000123" y="204597"/>
                  </a:lnTo>
                  <a:lnTo>
                    <a:pt x="2004822" y="209550"/>
                  </a:lnTo>
                  <a:lnTo>
                    <a:pt x="2009393" y="214375"/>
                  </a:lnTo>
                  <a:lnTo>
                    <a:pt x="2014092" y="219328"/>
                  </a:lnTo>
                  <a:lnTo>
                    <a:pt x="2018791" y="224154"/>
                  </a:lnTo>
                  <a:lnTo>
                    <a:pt x="2023364" y="229108"/>
                  </a:lnTo>
                  <a:lnTo>
                    <a:pt x="2027936" y="233934"/>
                  </a:lnTo>
                  <a:lnTo>
                    <a:pt x="2032507" y="238760"/>
                  </a:lnTo>
                  <a:lnTo>
                    <a:pt x="2037079" y="243586"/>
                  </a:lnTo>
                  <a:lnTo>
                    <a:pt x="2041652" y="248538"/>
                  </a:lnTo>
                  <a:lnTo>
                    <a:pt x="2046097" y="253364"/>
                  </a:lnTo>
                  <a:lnTo>
                    <a:pt x="2050541" y="258190"/>
                  </a:lnTo>
                  <a:lnTo>
                    <a:pt x="2055114" y="263016"/>
                  </a:lnTo>
                  <a:lnTo>
                    <a:pt x="2059431" y="267843"/>
                  </a:lnTo>
                  <a:lnTo>
                    <a:pt x="2063877" y="272541"/>
                  </a:lnTo>
                  <a:lnTo>
                    <a:pt x="2068322" y="277368"/>
                  </a:lnTo>
                  <a:lnTo>
                    <a:pt x="2072639" y="282066"/>
                  </a:lnTo>
                  <a:lnTo>
                    <a:pt x="2077085" y="286893"/>
                  </a:lnTo>
                  <a:lnTo>
                    <a:pt x="2081402" y="291591"/>
                  </a:lnTo>
                  <a:lnTo>
                    <a:pt x="2085721" y="296290"/>
                  </a:lnTo>
                  <a:lnTo>
                    <a:pt x="2089912" y="300989"/>
                  </a:lnTo>
                  <a:lnTo>
                    <a:pt x="2094229" y="305688"/>
                  </a:lnTo>
                  <a:lnTo>
                    <a:pt x="2098421" y="310388"/>
                  </a:lnTo>
                  <a:lnTo>
                    <a:pt x="2102739" y="314960"/>
                  </a:lnTo>
                  <a:lnTo>
                    <a:pt x="2106929" y="319659"/>
                  </a:lnTo>
                  <a:lnTo>
                    <a:pt x="2111121" y="324231"/>
                  </a:lnTo>
                  <a:lnTo>
                    <a:pt x="2115185" y="328802"/>
                  </a:lnTo>
                  <a:lnTo>
                    <a:pt x="2119376" y="333375"/>
                  </a:lnTo>
                  <a:lnTo>
                    <a:pt x="2123440" y="337947"/>
                  </a:lnTo>
                  <a:lnTo>
                    <a:pt x="2127504" y="342391"/>
                  </a:lnTo>
                  <a:lnTo>
                    <a:pt x="2131694" y="346963"/>
                  </a:lnTo>
                  <a:lnTo>
                    <a:pt x="2135631" y="351409"/>
                  </a:lnTo>
                  <a:lnTo>
                    <a:pt x="2139696" y="355853"/>
                  </a:lnTo>
                  <a:lnTo>
                    <a:pt x="2143760" y="360299"/>
                  </a:lnTo>
                  <a:lnTo>
                    <a:pt x="2147697" y="364744"/>
                  </a:lnTo>
                  <a:lnTo>
                    <a:pt x="2151634" y="369188"/>
                  </a:lnTo>
                  <a:lnTo>
                    <a:pt x="2155571" y="373507"/>
                  </a:lnTo>
                  <a:lnTo>
                    <a:pt x="2159507" y="377825"/>
                  </a:lnTo>
                  <a:lnTo>
                    <a:pt x="2163444" y="382143"/>
                  </a:lnTo>
                  <a:lnTo>
                    <a:pt x="2167254" y="386461"/>
                  </a:lnTo>
                  <a:lnTo>
                    <a:pt x="2171065" y="390778"/>
                  </a:lnTo>
                  <a:lnTo>
                    <a:pt x="2175002" y="394970"/>
                  </a:lnTo>
                  <a:lnTo>
                    <a:pt x="2178812" y="399161"/>
                  </a:lnTo>
                  <a:lnTo>
                    <a:pt x="2182494" y="403478"/>
                  </a:lnTo>
                  <a:lnTo>
                    <a:pt x="2186304" y="407543"/>
                  </a:lnTo>
                  <a:lnTo>
                    <a:pt x="2190115" y="411734"/>
                  </a:lnTo>
                  <a:lnTo>
                    <a:pt x="2193798" y="415925"/>
                  </a:lnTo>
                  <a:lnTo>
                    <a:pt x="2197480" y="419988"/>
                  </a:lnTo>
                  <a:lnTo>
                    <a:pt x="2201164" y="424052"/>
                  </a:lnTo>
                  <a:lnTo>
                    <a:pt x="2204847" y="428116"/>
                  </a:lnTo>
                  <a:lnTo>
                    <a:pt x="2208403" y="432181"/>
                  </a:lnTo>
                  <a:lnTo>
                    <a:pt x="2212086" y="436118"/>
                  </a:lnTo>
                  <a:lnTo>
                    <a:pt x="2215641" y="440054"/>
                  </a:lnTo>
                  <a:lnTo>
                    <a:pt x="2219198" y="443991"/>
                  </a:lnTo>
                  <a:lnTo>
                    <a:pt x="2222754" y="447928"/>
                  </a:lnTo>
                  <a:lnTo>
                    <a:pt x="2226310" y="451865"/>
                  </a:lnTo>
                  <a:lnTo>
                    <a:pt x="2229866" y="455802"/>
                  </a:lnTo>
                  <a:lnTo>
                    <a:pt x="2233294" y="459613"/>
                  </a:lnTo>
                  <a:lnTo>
                    <a:pt x="2236851" y="463423"/>
                  </a:lnTo>
                  <a:lnTo>
                    <a:pt x="2240279" y="467233"/>
                  </a:lnTo>
                  <a:lnTo>
                    <a:pt x="2243709" y="471043"/>
                  </a:lnTo>
                  <a:lnTo>
                    <a:pt x="2247011" y="474725"/>
                  </a:lnTo>
                  <a:lnTo>
                    <a:pt x="2250440" y="478409"/>
                  </a:lnTo>
                  <a:lnTo>
                    <a:pt x="2253868" y="482219"/>
                  </a:lnTo>
                  <a:lnTo>
                    <a:pt x="2257171" y="485901"/>
                  </a:lnTo>
                  <a:lnTo>
                    <a:pt x="2260473" y="489458"/>
                  </a:lnTo>
                  <a:lnTo>
                    <a:pt x="2263775" y="493140"/>
                  </a:lnTo>
                  <a:lnTo>
                    <a:pt x="2267077" y="496697"/>
                  </a:lnTo>
                  <a:lnTo>
                    <a:pt x="2270379" y="500252"/>
                  </a:lnTo>
                  <a:lnTo>
                    <a:pt x="2273554" y="503809"/>
                  </a:lnTo>
                  <a:lnTo>
                    <a:pt x="2276729" y="507364"/>
                  </a:lnTo>
                  <a:lnTo>
                    <a:pt x="2280030" y="510794"/>
                  </a:lnTo>
                  <a:lnTo>
                    <a:pt x="2283205" y="514350"/>
                  </a:lnTo>
                  <a:lnTo>
                    <a:pt x="2286380" y="517778"/>
                  </a:lnTo>
                  <a:lnTo>
                    <a:pt x="2289429" y="521208"/>
                  </a:lnTo>
                  <a:lnTo>
                    <a:pt x="2292604" y="524637"/>
                  </a:lnTo>
                  <a:lnTo>
                    <a:pt x="2295652" y="527938"/>
                  </a:lnTo>
                  <a:lnTo>
                    <a:pt x="2298827" y="531241"/>
                  </a:lnTo>
                  <a:lnTo>
                    <a:pt x="2301875" y="534669"/>
                  </a:lnTo>
                  <a:lnTo>
                    <a:pt x="2304923" y="537972"/>
                  </a:lnTo>
                  <a:lnTo>
                    <a:pt x="2307843" y="541147"/>
                  </a:lnTo>
                  <a:lnTo>
                    <a:pt x="2310891" y="544449"/>
                  </a:lnTo>
                  <a:lnTo>
                    <a:pt x="2313940" y="547624"/>
                  </a:lnTo>
                  <a:lnTo>
                    <a:pt x="2316861" y="550926"/>
                  </a:lnTo>
                  <a:lnTo>
                    <a:pt x="2319781" y="554101"/>
                  </a:lnTo>
                  <a:lnTo>
                    <a:pt x="2322703" y="557149"/>
                  </a:lnTo>
                  <a:lnTo>
                    <a:pt x="2325624" y="560324"/>
                  </a:lnTo>
                  <a:lnTo>
                    <a:pt x="2328544" y="563499"/>
                  </a:lnTo>
                  <a:lnTo>
                    <a:pt x="2331339" y="566547"/>
                  </a:lnTo>
                  <a:lnTo>
                    <a:pt x="2334260" y="569594"/>
                  </a:lnTo>
                  <a:lnTo>
                    <a:pt x="2337054" y="572643"/>
                  </a:lnTo>
                  <a:lnTo>
                    <a:pt x="2339848" y="575691"/>
                  </a:lnTo>
                  <a:lnTo>
                    <a:pt x="2342641" y="578612"/>
                  </a:lnTo>
                  <a:lnTo>
                    <a:pt x="2345436" y="581660"/>
                  </a:lnTo>
                  <a:lnTo>
                    <a:pt x="2348229" y="584454"/>
                  </a:lnTo>
                  <a:lnTo>
                    <a:pt x="2350897" y="587501"/>
                  </a:lnTo>
                  <a:lnTo>
                    <a:pt x="2353691" y="590423"/>
                  </a:lnTo>
                  <a:lnTo>
                    <a:pt x="2356357" y="593344"/>
                  </a:lnTo>
                  <a:lnTo>
                    <a:pt x="2359152" y="596265"/>
                  </a:lnTo>
                  <a:lnTo>
                    <a:pt x="2361946" y="599186"/>
                  </a:lnTo>
                  <a:lnTo>
                    <a:pt x="2364613" y="602107"/>
                  </a:lnTo>
                  <a:lnTo>
                    <a:pt x="2367406" y="605028"/>
                  </a:lnTo>
                  <a:lnTo>
                    <a:pt x="2370201" y="607949"/>
                  </a:lnTo>
                  <a:lnTo>
                    <a:pt x="2372994" y="610869"/>
                  </a:lnTo>
                  <a:lnTo>
                    <a:pt x="2375789" y="613791"/>
                  </a:lnTo>
                  <a:lnTo>
                    <a:pt x="2378582" y="616712"/>
                  </a:lnTo>
                  <a:lnTo>
                    <a:pt x="2381377" y="619760"/>
                  </a:lnTo>
                  <a:lnTo>
                    <a:pt x="2384171" y="622681"/>
                  </a:lnTo>
                  <a:lnTo>
                    <a:pt x="2386965" y="625729"/>
                  </a:lnTo>
                  <a:lnTo>
                    <a:pt x="2389886" y="628650"/>
                  </a:lnTo>
                  <a:lnTo>
                    <a:pt x="2392679" y="631698"/>
                  </a:lnTo>
                  <a:lnTo>
                    <a:pt x="2395601" y="634746"/>
                  </a:lnTo>
                  <a:lnTo>
                    <a:pt x="2398522" y="637794"/>
                  </a:lnTo>
                  <a:lnTo>
                    <a:pt x="2401442" y="640842"/>
                  </a:lnTo>
                  <a:lnTo>
                    <a:pt x="2404364" y="644017"/>
                  </a:lnTo>
                  <a:lnTo>
                    <a:pt x="2407412" y="647065"/>
                  </a:lnTo>
                  <a:lnTo>
                    <a:pt x="2410460" y="650240"/>
                  </a:lnTo>
                  <a:lnTo>
                    <a:pt x="2413380" y="653415"/>
                  </a:lnTo>
                  <a:lnTo>
                    <a:pt x="2416429" y="656590"/>
                  </a:lnTo>
                  <a:lnTo>
                    <a:pt x="2419604" y="659765"/>
                  </a:lnTo>
                  <a:lnTo>
                    <a:pt x="2422652" y="662940"/>
                  </a:lnTo>
                  <a:lnTo>
                    <a:pt x="2425827" y="666242"/>
                  </a:lnTo>
                  <a:lnTo>
                    <a:pt x="2429002" y="669544"/>
                  </a:lnTo>
                  <a:lnTo>
                    <a:pt x="2432177" y="672846"/>
                  </a:lnTo>
                  <a:lnTo>
                    <a:pt x="2435479" y="676148"/>
                  </a:lnTo>
                  <a:lnTo>
                    <a:pt x="2438780" y="679576"/>
                  </a:lnTo>
                  <a:lnTo>
                    <a:pt x="2442082" y="683006"/>
                  </a:lnTo>
                  <a:lnTo>
                    <a:pt x="2445512" y="686435"/>
                  </a:lnTo>
                  <a:lnTo>
                    <a:pt x="2448941" y="689991"/>
                  </a:lnTo>
                  <a:lnTo>
                    <a:pt x="2452369" y="693547"/>
                  </a:lnTo>
                  <a:lnTo>
                    <a:pt x="2455799" y="697103"/>
                  </a:lnTo>
                  <a:lnTo>
                    <a:pt x="2459481" y="700786"/>
                  </a:lnTo>
                  <a:lnTo>
                    <a:pt x="2463038" y="704342"/>
                  </a:lnTo>
                  <a:lnTo>
                    <a:pt x="2466721" y="708151"/>
                  </a:lnTo>
                  <a:lnTo>
                    <a:pt x="2470404" y="711835"/>
                  </a:lnTo>
                  <a:lnTo>
                    <a:pt x="2474087" y="715644"/>
                  </a:lnTo>
                  <a:lnTo>
                    <a:pt x="2477897" y="719455"/>
                  </a:lnTo>
                  <a:lnTo>
                    <a:pt x="2481834" y="723392"/>
                  </a:lnTo>
                  <a:lnTo>
                    <a:pt x="2485771" y="727329"/>
                  </a:lnTo>
                  <a:lnTo>
                    <a:pt x="2489707" y="731393"/>
                  </a:lnTo>
                  <a:lnTo>
                    <a:pt x="2493772" y="735457"/>
                  </a:lnTo>
                  <a:lnTo>
                    <a:pt x="2497836" y="739521"/>
                  </a:lnTo>
                  <a:lnTo>
                    <a:pt x="2502027" y="743712"/>
                  </a:lnTo>
                  <a:lnTo>
                    <a:pt x="2506344" y="748030"/>
                  </a:lnTo>
                  <a:lnTo>
                    <a:pt x="2510663" y="752221"/>
                  </a:lnTo>
                  <a:lnTo>
                    <a:pt x="2514980" y="756538"/>
                  </a:lnTo>
                  <a:lnTo>
                    <a:pt x="2519553" y="761111"/>
                  </a:lnTo>
                  <a:lnTo>
                    <a:pt x="2523998" y="765556"/>
                  </a:lnTo>
                  <a:lnTo>
                    <a:pt x="2528569" y="770001"/>
                  </a:lnTo>
                  <a:lnTo>
                    <a:pt x="2533396" y="774700"/>
                  </a:lnTo>
                  <a:lnTo>
                    <a:pt x="2538094" y="779272"/>
                  </a:lnTo>
                  <a:lnTo>
                    <a:pt x="2542921" y="784098"/>
                  </a:lnTo>
                  <a:lnTo>
                    <a:pt x="2548001" y="788924"/>
                  </a:lnTo>
                  <a:lnTo>
                    <a:pt x="2552954" y="793750"/>
                  </a:lnTo>
                  <a:lnTo>
                    <a:pt x="2558034" y="798703"/>
                  </a:lnTo>
                  <a:lnTo>
                    <a:pt x="2563367" y="803782"/>
                  </a:lnTo>
                  <a:lnTo>
                    <a:pt x="2568575" y="808990"/>
                  </a:lnTo>
                  <a:lnTo>
                    <a:pt x="2574036" y="814069"/>
                  </a:lnTo>
                  <a:lnTo>
                    <a:pt x="2579624" y="819404"/>
                  </a:lnTo>
                  <a:lnTo>
                    <a:pt x="2585212" y="824738"/>
                  </a:lnTo>
                  <a:lnTo>
                    <a:pt x="2590800" y="830199"/>
                  </a:lnTo>
                  <a:lnTo>
                    <a:pt x="2596768" y="835787"/>
                  </a:lnTo>
                  <a:lnTo>
                    <a:pt x="2602611" y="841375"/>
                  </a:lnTo>
                  <a:lnTo>
                    <a:pt x="2608706" y="847090"/>
                  </a:lnTo>
                  <a:lnTo>
                    <a:pt x="2614929" y="852932"/>
                  </a:lnTo>
                  <a:lnTo>
                    <a:pt x="2619623" y="857319"/>
                  </a:lnTo>
                  <a:lnTo>
                    <a:pt x="2624375" y="861742"/>
                  </a:lnTo>
                  <a:lnTo>
                    <a:pt x="2629199" y="866237"/>
                  </a:lnTo>
                  <a:lnTo>
                    <a:pt x="2654554" y="889507"/>
                  </a:lnTo>
                  <a:lnTo>
                    <a:pt x="2659820" y="894369"/>
                  </a:lnTo>
                  <a:lnTo>
                    <a:pt x="2665158" y="899255"/>
                  </a:lnTo>
                  <a:lnTo>
                    <a:pt x="2670591" y="904188"/>
                  </a:lnTo>
                  <a:lnTo>
                    <a:pt x="2676143" y="909193"/>
                  </a:lnTo>
                  <a:lnTo>
                    <a:pt x="2681716" y="914265"/>
                  </a:lnTo>
                  <a:lnTo>
                    <a:pt x="2710941" y="940355"/>
                  </a:lnTo>
                  <a:lnTo>
                    <a:pt x="2742495" y="968017"/>
                  </a:lnTo>
                  <a:lnTo>
                    <a:pt x="2776474" y="997204"/>
                  </a:lnTo>
                  <a:lnTo>
                    <a:pt x="2783645" y="1003248"/>
                  </a:lnTo>
                  <a:lnTo>
                    <a:pt x="2790888" y="1009364"/>
                  </a:lnTo>
                  <a:lnTo>
                    <a:pt x="2798226" y="1015527"/>
                  </a:lnTo>
                  <a:lnTo>
                    <a:pt x="2805684" y="1021715"/>
                  </a:lnTo>
                  <a:lnTo>
                    <a:pt x="2813258" y="1028027"/>
                  </a:lnTo>
                  <a:lnTo>
                    <a:pt x="2844722" y="1053891"/>
                  </a:lnTo>
                  <a:lnTo>
                    <a:pt x="2869565" y="1073912"/>
                  </a:lnTo>
                  <a:lnTo>
                    <a:pt x="2878113" y="1080775"/>
                  </a:lnTo>
                  <a:lnTo>
                    <a:pt x="2913717" y="1108799"/>
                  </a:lnTo>
                  <a:lnTo>
                    <a:pt x="2951519" y="1137806"/>
                  </a:lnTo>
                  <a:lnTo>
                    <a:pt x="2991792" y="1168042"/>
                  </a:lnTo>
                  <a:lnTo>
                    <a:pt x="3023742" y="1191260"/>
                  </a:lnTo>
                  <a:lnTo>
                    <a:pt x="3034676" y="1199191"/>
                  </a:lnTo>
                  <a:lnTo>
                    <a:pt x="3068574" y="1223391"/>
                  </a:lnTo>
                  <a:lnTo>
                    <a:pt x="3104132" y="1248054"/>
                  </a:lnTo>
                  <a:lnTo>
                    <a:pt x="3141408" y="1273286"/>
                  </a:lnTo>
                  <a:lnTo>
                    <a:pt x="3180494" y="1299138"/>
                  </a:lnTo>
                  <a:lnTo>
                    <a:pt x="3221481" y="1325499"/>
                  </a:lnTo>
                  <a:lnTo>
                    <a:pt x="3264398" y="1352395"/>
                  </a:lnTo>
                  <a:lnTo>
                    <a:pt x="3309445" y="1379807"/>
                  </a:lnTo>
                  <a:lnTo>
                    <a:pt x="3356613" y="1407628"/>
                  </a:lnTo>
                  <a:lnTo>
                    <a:pt x="3406013" y="1435989"/>
                  </a:lnTo>
                  <a:lnTo>
                    <a:pt x="3440350" y="1455023"/>
                  </a:lnTo>
                  <a:lnTo>
                    <a:pt x="3475736" y="1474343"/>
                  </a:lnTo>
                  <a:lnTo>
                    <a:pt x="3512312" y="1493742"/>
                  </a:lnTo>
                  <a:lnTo>
                    <a:pt x="3550030" y="1513332"/>
                  </a:lnTo>
                  <a:lnTo>
                    <a:pt x="3588908" y="1533032"/>
                  </a:lnTo>
                  <a:lnTo>
                    <a:pt x="3629025" y="1552829"/>
                  </a:lnTo>
                  <a:lnTo>
                    <a:pt x="3670522" y="1572831"/>
                  </a:lnTo>
                  <a:lnTo>
                    <a:pt x="3713353" y="1592834"/>
                  </a:lnTo>
                  <a:lnTo>
                    <a:pt x="3757469" y="1613027"/>
                  </a:lnTo>
                  <a:lnTo>
                    <a:pt x="3803015" y="1633220"/>
                  </a:lnTo>
                  <a:lnTo>
                    <a:pt x="3850116" y="1653540"/>
                  </a:lnTo>
                  <a:lnTo>
                    <a:pt x="3898646" y="1673860"/>
                  </a:lnTo>
                  <a:lnTo>
                    <a:pt x="3948763" y="1694243"/>
                  </a:lnTo>
                  <a:lnTo>
                    <a:pt x="4000500" y="1714627"/>
                  </a:lnTo>
                  <a:lnTo>
                    <a:pt x="4053871" y="1735010"/>
                  </a:lnTo>
                  <a:lnTo>
                    <a:pt x="4108957" y="1755394"/>
                  </a:lnTo>
                  <a:lnTo>
                    <a:pt x="4165901" y="1775761"/>
                  </a:lnTo>
                  <a:lnTo>
                    <a:pt x="4224655" y="1796034"/>
                  </a:lnTo>
                  <a:lnTo>
                    <a:pt x="4285249" y="1816338"/>
                  </a:lnTo>
                  <a:lnTo>
                    <a:pt x="4347845" y="1836547"/>
                  </a:lnTo>
                  <a:lnTo>
                    <a:pt x="4412345" y="1856724"/>
                  </a:lnTo>
                  <a:lnTo>
                    <a:pt x="4479035" y="1876806"/>
                  </a:lnTo>
                  <a:lnTo>
                    <a:pt x="4547806" y="1896729"/>
                  </a:lnTo>
                  <a:lnTo>
                    <a:pt x="4618862" y="1916557"/>
                  </a:lnTo>
                  <a:lnTo>
                    <a:pt x="4692157" y="1936162"/>
                  </a:lnTo>
                  <a:lnTo>
                    <a:pt x="4729680" y="1945935"/>
                  </a:lnTo>
                  <a:lnTo>
                    <a:pt x="4767833" y="1955673"/>
                  </a:lnTo>
                  <a:lnTo>
                    <a:pt x="4806531" y="1965366"/>
                  </a:lnTo>
                  <a:lnTo>
                    <a:pt x="4845859" y="1975024"/>
                  </a:lnTo>
                  <a:lnTo>
                    <a:pt x="4885830" y="1984658"/>
                  </a:lnTo>
                  <a:lnTo>
                    <a:pt x="4926457" y="1994281"/>
                  </a:lnTo>
                  <a:lnTo>
                    <a:pt x="4967801" y="2003782"/>
                  </a:lnTo>
                  <a:lnTo>
                    <a:pt x="5009753" y="2013235"/>
                  </a:lnTo>
                  <a:lnTo>
                    <a:pt x="5052347" y="2022641"/>
                  </a:lnTo>
                  <a:lnTo>
                    <a:pt x="5095621" y="2032000"/>
                  </a:lnTo>
                  <a:lnTo>
                    <a:pt x="5139656" y="2041310"/>
                  </a:lnTo>
                  <a:lnTo>
                    <a:pt x="5184346" y="2050573"/>
                  </a:lnTo>
                  <a:lnTo>
                    <a:pt x="5229727" y="2059789"/>
                  </a:lnTo>
                  <a:lnTo>
                    <a:pt x="5275833" y="2068957"/>
                  </a:lnTo>
                  <a:lnTo>
                    <a:pt x="5322679" y="2078057"/>
                  </a:lnTo>
                  <a:lnTo>
                    <a:pt x="5370274" y="2087086"/>
                  </a:lnTo>
                  <a:lnTo>
                    <a:pt x="5418655" y="2096067"/>
                  </a:lnTo>
                  <a:lnTo>
                    <a:pt x="5467858" y="2105025"/>
                  </a:lnTo>
                  <a:lnTo>
                    <a:pt x="5517774" y="2113859"/>
                  </a:lnTo>
                  <a:lnTo>
                    <a:pt x="5568489" y="2122646"/>
                  </a:lnTo>
                  <a:lnTo>
                    <a:pt x="5620037" y="2131385"/>
                  </a:lnTo>
                  <a:lnTo>
                    <a:pt x="5672455" y="2140077"/>
                  </a:lnTo>
                  <a:lnTo>
                    <a:pt x="5725634" y="2148643"/>
                  </a:lnTo>
                  <a:lnTo>
                    <a:pt x="5779658" y="2157174"/>
                  </a:lnTo>
                  <a:lnTo>
                    <a:pt x="5834564" y="2165633"/>
                  </a:lnTo>
                  <a:lnTo>
                    <a:pt x="5890386" y="2173986"/>
                  </a:lnTo>
                  <a:lnTo>
                    <a:pt x="5935697" y="2180662"/>
                  </a:lnTo>
                  <a:lnTo>
                    <a:pt x="5981568" y="2187283"/>
                  </a:lnTo>
                  <a:lnTo>
                    <a:pt x="6028013" y="2193855"/>
                  </a:lnTo>
                  <a:lnTo>
                    <a:pt x="6075042" y="2200385"/>
                  </a:lnTo>
                  <a:lnTo>
                    <a:pt x="6122670" y="2206879"/>
                  </a:lnTo>
                  <a:lnTo>
                    <a:pt x="6170955" y="2213326"/>
                  </a:lnTo>
                  <a:lnTo>
                    <a:pt x="6219819" y="2219719"/>
                  </a:lnTo>
                  <a:lnTo>
                    <a:pt x="6269294" y="2226063"/>
                  </a:lnTo>
                  <a:lnTo>
                    <a:pt x="6319408" y="2232364"/>
                  </a:lnTo>
                  <a:lnTo>
                    <a:pt x="6370193" y="2238629"/>
                  </a:lnTo>
                  <a:lnTo>
                    <a:pt x="6421632" y="2244846"/>
                  </a:lnTo>
                  <a:lnTo>
                    <a:pt x="6473705" y="2251003"/>
                  </a:lnTo>
                  <a:lnTo>
                    <a:pt x="6526436" y="2257099"/>
                  </a:lnTo>
                  <a:lnTo>
                    <a:pt x="6579850" y="2263134"/>
                  </a:lnTo>
                  <a:lnTo>
                    <a:pt x="6633972" y="2269109"/>
                  </a:lnTo>
                  <a:lnTo>
                    <a:pt x="6679599" y="2274104"/>
                  </a:lnTo>
                  <a:lnTo>
                    <a:pt x="6725684" y="2279057"/>
                  </a:lnTo>
                  <a:lnTo>
                    <a:pt x="6772243" y="2283968"/>
                  </a:lnTo>
                  <a:lnTo>
                    <a:pt x="6819288" y="2288836"/>
                  </a:lnTo>
                  <a:lnTo>
                    <a:pt x="6863461" y="2293319"/>
                  </a:lnTo>
                </a:path>
              </a:pathLst>
            </a:custGeom>
            <a:ln w="222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18842" y="308838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18842" y="308838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423414" y="308533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423414" y="308533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427986" y="308076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27986" y="308076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432558" y="307771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432558" y="307771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37130" y="307314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37130" y="307314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441702" y="307009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441702" y="307009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446274" y="30670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446274" y="30670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450846" y="30638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450846" y="30638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455418" y="306247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455418" y="306247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459990" y="305943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459990" y="305943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466086" y="305790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466086" y="305790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470658" y="305638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470658" y="305638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476754" y="305485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476754" y="305485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481326" y="305333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481326" y="305333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487422" y="305180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487422" y="305180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493518" y="305028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493518" y="305028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498090" y="304876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498090" y="304876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504186" y="304723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504186" y="304723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510282" y="304723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510282" y="304723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516378" y="304558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516378" y="304558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523998" y="304558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523998" y="304558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530094" y="304419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530094" y="304419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536190" y="304419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536190" y="304419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543810" y="304419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543810" y="304419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549906" y="304266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549906" y="304266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557526" y="304266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557526" y="304266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565146" y="304266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565146" y="304266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572766" y="304266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572766" y="304266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580386" y="304266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580386" y="304266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588006" y="304266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588006" y="304266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59562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59562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60324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60324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612390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612390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620010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2620010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629154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629154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2636774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2636774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2645918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2645918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2655062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2655062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266420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266420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2673350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2673350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2684018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2684018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2693162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2693162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2703830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2703830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2712974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2712974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2723642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2723642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2734310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2734310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2744978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2744978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275564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275564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2767838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2767838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277850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277850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2790698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2790698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280136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280136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2813558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2813558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2825750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2825750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2837942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2837942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2850134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2850134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2863850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2863850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2876042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2876042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2889758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2889758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2901950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2901950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291566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291566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2929382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2929382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2943098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2943098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2956814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2956814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2972054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2972054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2985770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2985770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3001010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3001010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301472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301472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302996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302996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304520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304520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306044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306044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3077210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3077210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3092450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3092450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3107690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3107690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3124454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3124454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3141218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3141218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3156458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3156458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3173222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3173222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318998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318998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3206750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3206750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3223514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3223514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3241802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3241802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325856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325856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3276854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3276854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3293618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3293618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331190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331190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3330194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3330194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3346958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3346958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336524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336524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3383534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3383534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3401822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3401822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3420110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3420110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3438398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3438398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3458210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3458210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3476498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3476498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349478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349478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3514598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3514598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353288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353288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3551174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3551174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357098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357098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3589274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3589274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360908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360908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3627374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3627374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364718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364718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3666998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3666998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368528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368528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3705098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220"/>
            <p:cNvSpPr/>
            <p:nvPr/>
          </p:nvSpPr>
          <p:spPr>
            <a:xfrm>
              <a:off x="3705098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372338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372338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3743198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224"/>
            <p:cNvSpPr/>
            <p:nvPr/>
          </p:nvSpPr>
          <p:spPr>
            <a:xfrm>
              <a:off x="3743198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225"/>
            <p:cNvSpPr/>
            <p:nvPr/>
          </p:nvSpPr>
          <p:spPr>
            <a:xfrm>
              <a:off x="376148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376148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227"/>
            <p:cNvSpPr/>
            <p:nvPr/>
          </p:nvSpPr>
          <p:spPr>
            <a:xfrm>
              <a:off x="3781298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228"/>
            <p:cNvSpPr/>
            <p:nvPr/>
          </p:nvSpPr>
          <p:spPr>
            <a:xfrm>
              <a:off x="3781298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29"/>
            <p:cNvSpPr/>
            <p:nvPr/>
          </p:nvSpPr>
          <p:spPr>
            <a:xfrm>
              <a:off x="379958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30"/>
            <p:cNvSpPr/>
            <p:nvPr/>
          </p:nvSpPr>
          <p:spPr>
            <a:xfrm>
              <a:off x="379958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31"/>
            <p:cNvSpPr/>
            <p:nvPr/>
          </p:nvSpPr>
          <p:spPr>
            <a:xfrm>
              <a:off x="3819398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" name="object 232"/>
            <p:cNvSpPr/>
            <p:nvPr/>
          </p:nvSpPr>
          <p:spPr>
            <a:xfrm>
              <a:off x="3819398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" name="object 233"/>
            <p:cNvSpPr/>
            <p:nvPr/>
          </p:nvSpPr>
          <p:spPr>
            <a:xfrm>
              <a:off x="383768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" name="object 234"/>
            <p:cNvSpPr/>
            <p:nvPr/>
          </p:nvSpPr>
          <p:spPr>
            <a:xfrm>
              <a:off x="383768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235"/>
            <p:cNvSpPr/>
            <p:nvPr/>
          </p:nvSpPr>
          <p:spPr>
            <a:xfrm>
              <a:off x="3857498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236"/>
            <p:cNvSpPr/>
            <p:nvPr/>
          </p:nvSpPr>
          <p:spPr>
            <a:xfrm>
              <a:off x="3857498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" name="object 237"/>
            <p:cNvSpPr/>
            <p:nvPr/>
          </p:nvSpPr>
          <p:spPr>
            <a:xfrm>
              <a:off x="387578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" name="object 238"/>
            <p:cNvSpPr/>
            <p:nvPr/>
          </p:nvSpPr>
          <p:spPr>
            <a:xfrm>
              <a:off x="387578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" name="object 239"/>
            <p:cNvSpPr/>
            <p:nvPr/>
          </p:nvSpPr>
          <p:spPr>
            <a:xfrm>
              <a:off x="3894074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" name="object 240"/>
            <p:cNvSpPr/>
            <p:nvPr/>
          </p:nvSpPr>
          <p:spPr>
            <a:xfrm>
              <a:off x="3894074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" name="object 241"/>
            <p:cNvSpPr/>
            <p:nvPr/>
          </p:nvSpPr>
          <p:spPr>
            <a:xfrm>
              <a:off x="391388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242"/>
            <p:cNvSpPr/>
            <p:nvPr/>
          </p:nvSpPr>
          <p:spPr>
            <a:xfrm>
              <a:off x="391388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3932174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" name="object 244"/>
            <p:cNvSpPr/>
            <p:nvPr/>
          </p:nvSpPr>
          <p:spPr>
            <a:xfrm>
              <a:off x="3932174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245"/>
            <p:cNvSpPr/>
            <p:nvPr/>
          </p:nvSpPr>
          <p:spPr>
            <a:xfrm>
              <a:off x="3950462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6" name="object 246"/>
            <p:cNvSpPr/>
            <p:nvPr/>
          </p:nvSpPr>
          <p:spPr>
            <a:xfrm>
              <a:off x="3950462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" name="object 247"/>
            <p:cNvSpPr/>
            <p:nvPr/>
          </p:nvSpPr>
          <p:spPr>
            <a:xfrm>
              <a:off x="3968750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" name="object 248"/>
            <p:cNvSpPr/>
            <p:nvPr/>
          </p:nvSpPr>
          <p:spPr>
            <a:xfrm>
              <a:off x="3968750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" name="object 249"/>
            <p:cNvSpPr/>
            <p:nvPr/>
          </p:nvSpPr>
          <p:spPr>
            <a:xfrm>
              <a:off x="3987038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" name="object 250"/>
            <p:cNvSpPr/>
            <p:nvPr/>
          </p:nvSpPr>
          <p:spPr>
            <a:xfrm>
              <a:off x="3987038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" name="object 251"/>
            <p:cNvSpPr/>
            <p:nvPr/>
          </p:nvSpPr>
          <p:spPr>
            <a:xfrm>
              <a:off x="400532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" name="object 252"/>
            <p:cNvSpPr/>
            <p:nvPr/>
          </p:nvSpPr>
          <p:spPr>
            <a:xfrm>
              <a:off x="400532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3" name="object 253"/>
            <p:cNvSpPr/>
            <p:nvPr/>
          </p:nvSpPr>
          <p:spPr>
            <a:xfrm>
              <a:off x="4023614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" name="object 254"/>
            <p:cNvSpPr/>
            <p:nvPr/>
          </p:nvSpPr>
          <p:spPr>
            <a:xfrm>
              <a:off x="4023614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5" name="object 255"/>
            <p:cNvSpPr/>
            <p:nvPr/>
          </p:nvSpPr>
          <p:spPr>
            <a:xfrm>
              <a:off x="4041902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6" name="object 256"/>
            <p:cNvSpPr/>
            <p:nvPr/>
          </p:nvSpPr>
          <p:spPr>
            <a:xfrm>
              <a:off x="4041902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7" name="object 257"/>
            <p:cNvSpPr/>
            <p:nvPr/>
          </p:nvSpPr>
          <p:spPr>
            <a:xfrm>
              <a:off x="4060190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8" name="object 258"/>
            <p:cNvSpPr/>
            <p:nvPr/>
          </p:nvSpPr>
          <p:spPr>
            <a:xfrm>
              <a:off x="4060190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9" name="object 259"/>
            <p:cNvSpPr/>
            <p:nvPr/>
          </p:nvSpPr>
          <p:spPr>
            <a:xfrm>
              <a:off x="4076954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0" name="object 260"/>
            <p:cNvSpPr/>
            <p:nvPr/>
          </p:nvSpPr>
          <p:spPr>
            <a:xfrm>
              <a:off x="4076954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1" name="object 261"/>
            <p:cNvSpPr/>
            <p:nvPr/>
          </p:nvSpPr>
          <p:spPr>
            <a:xfrm>
              <a:off x="4095242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2" name="object 262"/>
            <p:cNvSpPr/>
            <p:nvPr/>
          </p:nvSpPr>
          <p:spPr>
            <a:xfrm>
              <a:off x="4095242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3" name="object 263"/>
            <p:cNvSpPr/>
            <p:nvPr/>
          </p:nvSpPr>
          <p:spPr>
            <a:xfrm>
              <a:off x="411200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4" name="object 264"/>
            <p:cNvSpPr/>
            <p:nvPr/>
          </p:nvSpPr>
          <p:spPr>
            <a:xfrm>
              <a:off x="4112006" y="30411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5" name="object 265"/>
            <p:cNvSpPr/>
            <p:nvPr/>
          </p:nvSpPr>
          <p:spPr>
            <a:xfrm>
              <a:off x="4130294" y="304266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6" name="object 266"/>
            <p:cNvSpPr/>
            <p:nvPr/>
          </p:nvSpPr>
          <p:spPr>
            <a:xfrm>
              <a:off x="4130294" y="304266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7" name="object 267"/>
            <p:cNvSpPr/>
            <p:nvPr/>
          </p:nvSpPr>
          <p:spPr>
            <a:xfrm>
              <a:off x="4147058" y="304558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8" name="object 268"/>
            <p:cNvSpPr/>
            <p:nvPr/>
          </p:nvSpPr>
          <p:spPr>
            <a:xfrm>
              <a:off x="4147058" y="304558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9" name="object 269"/>
            <p:cNvSpPr/>
            <p:nvPr/>
          </p:nvSpPr>
          <p:spPr>
            <a:xfrm>
              <a:off x="4163822" y="304876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0" name="object 270"/>
            <p:cNvSpPr/>
            <p:nvPr/>
          </p:nvSpPr>
          <p:spPr>
            <a:xfrm>
              <a:off x="4163822" y="304876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1" name="object 271"/>
            <p:cNvSpPr/>
            <p:nvPr/>
          </p:nvSpPr>
          <p:spPr>
            <a:xfrm>
              <a:off x="4180586" y="305485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2" name="object 272"/>
            <p:cNvSpPr/>
            <p:nvPr/>
          </p:nvSpPr>
          <p:spPr>
            <a:xfrm>
              <a:off x="4180586" y="305485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3" name="object 273"/>
            <p:cNvSpPr/>
            <p:nvPr/>
          </p:nvSpPr>
          <p:spPr>
            <a:xfrm>
              <a:off x="4197350" y="306247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4" name="object 274"/>
            <p:cNvSpPr/>
            <p:nvPr/>
          </p:nvSpPr>
          <p:spPr>
            <a:xfrm>
              <a:off x="4197350" y="306247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5" name="object 275"/>
            <p:cNvSpPr/>
            <p:nvPr/>
          </p:nvSpPr>
          <p:spPr>
            <a:xfrm>
              <a:off x="4214114" y="307162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6" name="object 276"/>
            <p:cNvSpPr/>
            <p:nvPr/>
          </p:nvSpPr>
          <p:spPr>
            <a:xfrm>
              <a:off x="4214114" y="307162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7" name="object 277"/>
            <p:cNvSpPr/>
            <p:nvPr/>
          </p:nvSpPr>
          <p:spPr>
            <a:xfrm>
              <a:off x="4230877" y="308076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8" name="object 278"/>
            <p:cNvSpPr/>
            <p:nvPr/>
          </p:nvSpPr>
          <p:spPr>
            <a:xfrm>
              <a:off x="4230877" y="308076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9" name="object 279"/>
            <p:cNvSpPr/>
            <p:nvPr/>
          </p:nvSpPr>
          <p:spPr>
            <a:xfrm>
              <a:off x="4247642" y="309143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0" name="object 280"/>
            <p:cNvSpPr/>
            <p:nvPr/>
          </p:nvSpPr>
          <p:spPr>
            <a:xfrm>
              <a:off x="4247642" y="309143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1" name="object 281"/>
            <p:cNvSpPr/>
            <p:nvPr/>
          </p:nvSpPr>
          <p:spPr>
            <a:xfrm>
              <a:off x="4262882" y="31019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2" name="object 282"/>
            <p:cNvSpPr/>
            <p:nvPr/>
          </p:nvSpPr>
          <p:spPr>
            <a:xfrm>
              <a:off x="4262882" y="31019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3" name="object 283"/>
            <p:cNvSpPr/>
            <p:nvPr/>
          </p:nvSpPr>
          <p:spPr>
            <a:xfrm>
              <a:off x="4279646" y="311429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4" name="object 284"/>
            <p:cNvSpPr/>
            <p:nvPr/>
          </p:nvSpPr>
          <p:spPr>
            <a:xfrm>
              <a:off x="4279646" y="311429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5" name="object 285"/>
            <p:cNvSpPr/>
            <p:nvPr/>
          </p:nvSpPr>
          <p:spPr>
            <a:xfrm>
              <a:off x="4294886" y="312800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6" name="object 286"/>
            <p:cNvSpPr/>
            <p:nvPr/>
          </p:nvSpPr>
          <p:spPr>
            <a:xfrm>
              <a:off x="4294886" y="312800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7" name="object 287"/>
            <p:cNvSpPr/>
            <p:nvPr/>
          </p:nvSpPr>
          <p:spPr>
            <a:xfrm>
              <a:off x="4310126" y="314020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8" name="object 288"/>
            <p:cNvSpPr/>
            <p:nvPr/>
          </p:nvSpPr>
          <p:spPr>
            <a:xfrm>
              <a:off x="4310126" y="314020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9" name="object 289"/>
            <p:cNvSpPr/>
            <p:nvPr/>
          </p:nvSpPr>
          <p:spPr>
            <a:xfrm>
              <a:off x="4326890" y="315391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0" name="object 290"/>
            <p:cNvSpPr/>
            <p:nvPr/>
          </p:nvSpPr>
          <p:spPr>
            <a:xfrm>
              <a:off x="4326890" y="315391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1" name="object 291"/>
            <p:cNvSpPr/>
            <p:nvPr/>
          </p:nvSpPr>
          <p:spPr>
            <a:xfrm>
              <a:off x="4342130" y="316763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2" name="object 292"/>
            <p:cNvSpPr/>
            <p:nvPr/>
          </p:nvSpPr>
          <p:spPr>
            <a:xfrm>
              <a:off x="4342130" y="316763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3" name="object 293"/>
            <p:cNvSpPr/>
            <p:nvPr/>
          </p:nvSpPr>
          <p:spPr>
            <a:xfrm>
              <a:off x="4355846" y="318287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4" name="object 294"/>
            <p:cNvSpPr/>
            <p:nvPr/>
          </p:nvSpPr>
          <p:spPr>
            <a:xfrm>
              <a:off x="4355846" y="318287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5" name="object 295"/>
            <p:cNvSpPr/>
            <p:nvPr/>
          </p:nvSpPr>
          <p:spPr>
            <a:xfrm>
              <a:off x="4371086" y="319659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6" name="object 296"/>
            <p:cNvSpPr/>
            <p:nvPr/>
          </p:nvSpPr>
          <p:spPr>
            <a:xfrm>
              <a:off x="4371086" y="319659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7" name="object 297"/>
            <p:cNvSpPr/>
            <p:nvPr/>
          </p:nvSpPr>
          <p:spPr>
            <a:xfrm>
              <a:off x="4386326" y="321183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8" name="object 298"/>
            <p:cNvSpPr/>
            <p:nvPr/>
          </p:nvSpPr>
          <p:spPr>
            <a:xfrm>
              <a:off x="4386326" y="321183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9" name="object 299"/>
            <p:cNvSpPr/>
            <p:nvPr/>
          </p:nvSpPr>
          <p:spPr>
            <a:xfrm>
              <a:off x="4400042" y="322554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0" name="object 300"/>
            <p:cNvSpPr/>
            <p:nvPr/>
          </p:nvSpPr>
          <p:spPr>
            <a:xfrm>
              <a:off x="4400042" y="322554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1" name="object 301"/>
            <p:cNvSpPr/>
            <p:nvPr/>
          </p:nvSpPr>
          <p:spPr>
            <a:xfrm>
              <a:off x="4415282" y="324078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2" name="object 302"/>
            <p:cNvSpPr/>
            <p:nvPr/>
          </p:nvSpPr>
          <p:spPr>
            <a:xfrm>
              <a:off x="4415282" y="324078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3" name="object 303"/>
            <p:cNvSpPr/>
            <p:nvPr/>
          </p:nvSpPr>
          <p:spPr>
            <a:xfrm>
              <a:off x="4428998" y="325602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4" name="object 304"/>
            <p:cNvSpPr/>
            <p:nvPr/>
          </p:nvSpPr>
          <p:spPr>
            <a:xfrm>
              <a:off x="4428998" y="325602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5" name="object 305"/>
            <p:cNvSpPr/>
            <p:nvPr/>
          </p:nvSpPr>
          <p:spPr>
            <a:xfrm>
              <a:off x="4442714" y="32697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6" name="object 306"/>
            <p:cNvSpPr/>
            <p:nvPr/>
          </p:nvSpPr>
          <p:spPr>
            <a:xfrm>
              <a:off x="4442714" y="32697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7" name="object 307"/>
            <p:cNvSpPr/>
            <p:nvPr/>
          </p:nvSpPr>
          <p:spPr>
            <a:xfrm>
              <a:off x="4456430" y="328498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8" name="object 308"/>
            <p:cNvSpPr/>
            <p:nvPr/>
          </p:nvSpPr>
          <p:spPr>
            <a:xfrm>
              <a:off x="4456430" y="328498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9" name="object 309"/>
            <p:cNvSpPr/>
            <p:nvPr/>
          </p:nvSpPr>
          <p:spPr>
            <a:xfrm>
              <a:off x="4470146" y="329869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0" name="object 310"/>
            <p:cNvSpPr/>
            <p:nvPr/>
          </p:nvSpPr>
          <p:spPr>
            <a:xfrm>
              <a:off x="4470146" y="329869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1" name="object 311"/>
            <p:cNvSpPr/>
            <p:nvPr/>
          </p:nvSpPr>
          <p:spPr>
            <a:xfrm>
              <a:off x="4483862" y="331393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2" name="object 312"/>
            <p:cNvSpPr/>
            <p:nvPr/>
          </p:nvSpPr>
          <p:spPr>
            <a:xfrm>
              <a:off x="4483862" y="331393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3" name="object 313"/>
            <p:cNvSpPr/>
            <p:nvPr/>
          </p:nvSpPr>
          <p:spPr>
            <a:xfrm>
              <a:off x="4496054" y="332765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4" name="object 314"/>
            <p:cNvSpPr/>
            <p:nvPr/>
          </p:nvSpPr>
          <p:spPr>
            <a:xfrm>
              <a:off x="4496054" y="332765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5" name="object 315"/>
            <p:cNvSpPr/>
            <p:nvPr/>
          </p:nvSpPr>
          <p:spPr>
            <a:xfrm>
              <a:off x="4509770" y="334136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6" name="object 316"/>
            <p:cNvSpPr/>
            <p:nvPr/>
          </p:nvSpPr>
          <p:spPr>
            <a:xfrm>
              <a:off x="4509770" y="334136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7" name="object 317"/>
            <p:cNvSpPr/>
            <p:nvPr/>
          </p:nvSpPr>
          <p:spPr>
            <a:xfrm>
              <a:off x="4521962" y="335661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8" name="object 318"/>
            <p:cNvSpPr/>
            <p:nvPr/>
          </p:nvSpPr>
          <p:spPr>
            <a:xfrm>
              <a:off x="4521962" y="335661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9" name="object 319"/>
            <p:cNvSpPr/>
            <p:nvPr/>
          </p:nvSpPr>
          <p:spPr>
            <a:xfrm>
              <a:off x="4534154" y="33703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0" name="object 320"/>
            <p:cNvSpPr/>
            <p:nvPr/>
          </p:nvSpPr>
          <p:spPr>
            <a:xfrm>
              <a:off x="4534154" y="33703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1" name="object 321"/>
            <p:cNvSpPr/>
            <p:nvPr/>
          </p:nvSpPr>
          <p:spPr>
            <a:xfrm>
              <a:off x="4546346" y="33840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2" name="object 322"/>
            <p:cNvSpPr/>
            <p:nvPr/>
          </p:nvSpPr>
          <p:spPr>
            <a:xfrm>
              <a:off x="4546346" y="33840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3" name="object 323"/>
            <p:cNvSpPr/>
            <p:nvPr/>
          </p:nvSpPr>
          <p:spPr>
            <a:xfrm>
              <a:off x="4558538" y="339623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4" name="object 324"/>
            <p:cNvSpPr/>
            <p:nvPr/>
          </p:nvSpPr>
          <p:spPr>
            <a:xfrm>
              <a:off x="4558538" y="339623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5" name="object 325"/>
            <p:cNvSpPr/>
            <p:nvPr/>
          </p:nvSpPr>
          <p:spPr>
            <a:xfrm>
              <a:off x="4570730" y="34099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6" name="object 326"/>
            <p:cNvSpPr/>
            <p:nvPr/>
          </p:nvSpPr>
          <p:spPr>
            <a:xfrm>
              <a:off x="4570730" y="34099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7" name="object 327"/>
            <p:cNvSpPr/>
            <p:nvPr/>
          </p:nvSpPr>
          <p:spPr>
            <a:xfrm>
              <a:off x="4582922" y="342366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8" name="object 328"/>
            <p:cNvSpPr/>
            <p:nvPr/>
          </p:nvSpPr>
          <p:spPr>
            <a:xfrm>
              <a:off x="4582922" y="342366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9" name="object 329"/>
            <p:cNvSpPr/>
            <p:nvPr/>
          </p:nvSpPr>
          <p:spPr>
            <a:xfrm>
              <a:off x="4595114" y="343585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0" name="object 330"/>
            <p:cNvSpPr/>
            <p:nvPr/>
          </p:nvSpPr>
          <p:spPr>
            <a:xfrm>
              <a:off x="4595114" y="343585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1" name="object 331"/>
            <p:cNvSpPr/>
            <p:nvPr/>
          </p:nvSpPr>
          <p:spPr>
            <a:xfrm>
              <a:off x="4605782" y="34480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2" name="object 332"/>
            <p:cNvSpPr/>
            <p:nvPr/>
          </p:nvSpPr>
          <p:spPr>
            <a:xfrm>
              <a:off x="4605782" y="34480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3" name="object 333"/>
            <p:cNvSpPr/>
            <p:nvPr/>
          </p:nvSpPr>
          <p:spPr>
            <a:xfrm>
              <a:off x="4616450" y="34602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4" name="object 334"/>
            <p:cNvSpPr/>
            <p:nvPr/>
          </p:nvSpPr>
          <p:spPr>
            <a:xfrm>
              <a:off x="4616450" y="34602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5" name="object 335"/>
            <p:cNvSpPr/>
            <p:nvPr/>
          </p:nvSpPr>
          <p:spPr>
            <a:xfrm>
              <a:off x="4628642" y="347243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6" name="object 336"/>
            <p:cNvSpPr/>
            <p:nvPr/>
          </p:nvSpPr>
          <p:spPr>
            <a:xfrm>
              <a:off x="4628642" y="347243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7" name="object 337"/>
            <p:cNvSpPr/>
            <p:nvPr/>
          </p:nvSpPr>
          <p:spPr>
            <a:xfrm>
              <a:off x="4639310" y="34846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8" name="object 338"/>
            <p:cNvSpPr/>
            <p:nvPr/>
          </p:nvSpPr>
          <p:spPr>
            <a:xfrm>
              <a:off x="4639310" y="34846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9" name="object 339"/>
            <p:cNvSpPr/>
            <p:nvPr/>
          </p:nvSpPr>
          <p:spPr>
            <a:xfrm>
              <a:off x="4649977" y="349681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0" name="object 340"/>
            <p:cNvSpPr/>
            <p:nvPr/>
          </p:nvSpPr>
          <p:spPr>
            <a:xfrm>
              <a:off x="4649977" y="349681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1" name="object 341"/>
            <p:cNvSpPr/>
            <p:nvPr/>
          </p:nvSpPr>
          <p:spPr>
            <a:xfrm>
              <a:off x="4659122" y="350748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2" name="object 342"/>
            <p:cNvSpPr/>
            <p:nvPr/>
          </p:nvSpPr>
          <p:spPr>
            <a:xfrm>
              <a:off x="4659122" y="350748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3" name="object 343"/>
            <p:cNvSpPr/>
            <p:nvPr/>
          </p:nvSpPr>
          <p:spPr>
            <a:xfrm>
              <a:off x="4669790" y="351967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4" name="object 344"/>
            <p:cNvSpPr/>
            <p:nvPr/>
          </p:nvSpPr>
          <p:spPr>
            <a:xfrm>
              <a:off x="4669790" y="351967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5" name="object 345"/>
            <p:cNvSpPr/>
            <p:nvPr/>
          </p:nvSpPr>
          <p:spPr>
            <a:xfrm>
              <a:off x="4680458" y="353034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6" name="object 346"/>
            <p:cNvSpPr/>
            <p:nvPr/>
          </p:nvSpPr>
          <p:spPr>
            <a:xfrm>
              <a:off x="4680458" y="353034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7" name="object 347"/>
            <p:cNvSpPr/>
            <p:nvPr/>
          </p:nvSpPr>
          <p:spPr>
            <a:xfrm>
              <a:off x="4689602" y="354101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8" name="object 348"/>
            <p:cNvSpPr/>
            <p:nvPr/>
          </p:nvSpPr>
          <p:spPr>
            <a:xfrm>
              <a:off x="4689602" y="354101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9" name="object 349"/>
            <p:cNvSpPr/>
            <p:nvPr/>
          </p:nvSpPr>
          <p:spPr>
            <a:xfrm>
              <a:off x="4698746" y="355168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199"/>
                  </a:lnTo>
                  <a:lnTo>
                    <a:pt x="76200" y="7619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0" name="object 350"/>
            <p:cNvSpPr/>
            <p:nvPr/>
          </p:nvSpPr>
          <p:spPr>
            <a:xfrm>
              <a:off x="4698746" y="355168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199"/>
                  </a:lnTo>
                  <a:lnTo>
                    <a:pt x="0" y="76199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1" name="object 351"/>
            <p:cNvSpPr/>
            <p:nvPr/>
          </p:nvSpPr>
          <p:spPr>
            <a:xfrm>
              <a:off x="4709414" y="35623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2" name="object 352"/>
            <p:cNvSpPr/>
            <p:nvPr/>
          </p:nvSpPr>
          <p:spPr>
            <a:xfrm>
              <a:off x="4709414" y="35623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3" name="object 353"/>
            <p:cNvSpPr/>
            <p:nvPr/>
          </p:nvSpPr>
          <p:spPr>
            <a:xfrm>
              <a:off x="4718558" y="357149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199"/>
                  </a:lnTo>
                  <a:lnTo>
                    <a:pt x="76200" y="7619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4" name="object 354"/>
            <p:cNvSpPr/>
            <p:nvPr/>
          </p:nvSpPr>
          <p:spPr>
            <a:xfrm>
              <a:off x="4718558" y="357149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199"/>
                  </a:lnTo>
                  <a:lnTo>
                    <a:pt x="0" y="76199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5" name="object 355"/>
            <p:cNvSpPr/>
            <p:nvPr/>
          </p:nvSpPr>
          <p:spPr>
            <a:xfrm>
              <a:off x="4727702" y="358216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6" name="object 356"/>
            <p:cNvSpPr/>
            <p:nvPr/>
          </p:nvSpPr>
          <p:spPr>
            <a:xfrm>
              <a:off x="4727702" y="358216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7" name="object 357"/>
            <p:cNvSpPr/>
            <p:nvPr/>
          </p:nvSpPr>
          <p:spPr>
            <a:xfrm>
              <a:off x="4736846" y="359130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8" name="object 358"/>
            <p:cNvSpPr/>
            <p:nvPr/>
          </p:nvSpPr>
          <p:spPr>
            <a:xfrm>
              <a:off x="4736846" y="359130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9" name="object 359"/>
            <p:cNvSpPr/>
            <p:nvPr/>
          </p:nvSpPr>
          <p:spPr>
            <a:xfrm>
              <a:off x="4744466" y="360197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0" name="object 360"/>
            <p:cNvSpPr/>
            <p:nvPr/>
          </p:nvSpPr>
          <p:spPr>
            <a:xfrm>
              <a:off x="4744466" y="360197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1" name="object 361"/>
            <p:cNvSpPr/>
            <p:nvPr/>
          </p:nvSpPr>
          <p:spPr>
            <a:xfrm>
              <a:off x="4753610" y="361111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199"/>
                  </a:lnTo>
                  <a:lnTo>
                    <a:pt x="76200" y="7619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2" name="object 362"/>
            <p:cNvSpPr/>
            <p:nvPr/>
          </p:nvSpPr>
          <p:spPr>
            <a:xfrm>
              <a:off x="4753610" y="361111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199"/>
                  </a:lnTo>
                  <a:lnTo>
                    <a:pt x="0" y="76199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3" name="object 363"/>
            <p:cNvSpPr/>
            <p:nvPr/>
          </p:nvSpPr>
          <p:spPr>
            <a:xfrm>
              <a:off x="4762754" y="362026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4" name="object 364"/>
            <p:cNvSpPr/>
            <p:nvPr/>
          </p:nvSpPr>
          <p:spPr>
            <a:xfrm>
              <a:off x="4762754" y="362026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5" name="object 365"/>
            <p:cNvSpPr/>
            <p:nvPr/>
          </p:nvSpPr>
          <p:spPr>
            <a:xfrm>
              <a:off x="4770374" y="362788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6" name="object 366"/>
            <p:cNvSpPr/>
            <p:nvPr/>
          </p:nvSpPr>
          <p:spPr>
            <a:xfrm>
              <a:off x="4770374" y="362788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7" name="object 367"/>
            <p:cNvSpPr/>
            <p:nvPr/>
          </p:nvSpPr>
          <p:spPr>
            <a:xfrm>
              <a:off x="4777994" y="36370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8" name="object 368"/>
            <p:cNvSpPr/>
            <p:nvPr/>
          </p:nvSpPr>
          <p:spPr>
            <a:xfrm>
              <a:off x="4777994" y="36370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9" name="object 369"/>
            <p:cNvSpPr/>
            <p:nvPr/>
          </p:nvSpPr>
          <p:spPr>
            <a:xfrm>
              <a:off x="4787138" y="364616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199"/>
                  </a:lnTo>
                  <a:lnTo>
                    <a:pt x="76200" y="7619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0" name="object 370"/>
            <p:cNvSpPr/>
            <p:nvPr/>
          </p:nvSpPr>
          <p:spPr>
            <a:xfrm>
              <a:off x="4787138" y="364616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199"/>
                  </a:lnTo>
                  <a:lnTo>
                    <a:pt x="0" y="76199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1" name="object 371"/>
            <p:cNvSpPr/>
            <p:nvPr/>
          </p:nvSpPr>
          <p:spPr>
            <a:xfrm>
              <a:off x="4794758" y="365531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2" name="object 372"/>
            <p:cNvSpPr/>
            <p:nvPr/>
          </p:nvSpPr>
          <p:spPr>
            <a:xfrm>
              <a:off x="4794758" y="365531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3" name="object 373"/>
            <p:cNvSpPr/>
            <p:nvPr/>
          </p:nvSpPr>
          <p:spPr>
            <a:xfrm>
              <a:off x="4803902" y="366293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4" name="object 374"/>
            <p:cNvSpPr/>
            <p:nvPr/>
          </p:nvSpPr>
          <p:spPr>
            <a:xfrm>
              <a:off x="4803902" y="366293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5" name="object 375"/>
            <p:cNvSpPr/>
            <p:nvPr/>
          </p:nvSpPr>
          <p:spPr>
            <a:xfrm>
              <a:off x="4811522" y="367207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6" name="object 376"/>
            <p:cNvSpPr/>
            <p:nvPr/>
          </p:nvSpPr>
          <p:spPr>
            <a:xfrm>
              <a:off x="4811522" y="367207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7" name="object 377"/>
            <p:cNvSpPr/>
            <p:nvPr/>
          </p:nvSpPr>
          <p:spPr>
            <a:xfrm>
              <a:off x="4820666" y="368122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8" name="object 378"/>
            <p:cNvSpPr/>
            <p:nvPr/>
          </p:nvSpPr>
          <p:spPr>
            <a:xfrm>
              <a:off x="4820666" y="368122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9" name="object 379"/>
            <p:cNvSpPr/>
            <p:nvPr/>
          </p:nvSpPr>
          <p:spPr>
            <a:xfrm>
              <a:off x="4829810" y="369036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199"/>
                  </a:lnTo>
                  <a:lnTo>
                    <a:pt x="76200" y="7619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0" name="object 380"/>
            <p:cNvSpPr/>
            <p:nvPr/>
          </p:nvSpPr>
          <p:spPr>
            <a:xfrm>
              <a:off x="4829810" y="369036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199"/>
                  </a:lnTo>
                  <a:lnTo>
                    <a:pt x="0" y="76199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1" name="object 381"/>
            <p:cNvSpPr/>
            <p:nvPr/>
          </p:nvSpPr>
          <p:spPr>
            <a:xfrm>
              <a:off x="4838954" y="370103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2" name="object 382"/>
            <p:cNvSpPr/>
            <p:nvPr/>
          </p:nvSpPr>
          <p:spPr>
            <a:xfrm>
              <a:off x="4838954" y="370103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3" name="object 383"/>
            <p:cNvSpPr/>
            <p:nvPr/>
          </p:nvSpPr>
          <p:spPr>
            <a:xfrm>
              <a:off x="4848098" y="371017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4" name="object 384"/>
            <p:cNvSpPr/>
            <p:nvPr/>
          </p:nvSpPr>
          <p:spPr>
            <a:xfrm>
              <a:off x="4848098" y="371017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5" name="object 385"/>
            <p:cNvSpPr/>
            <p:nvPr/>
          </p:nvSpPr>
          <p:spPr>
            <a:xfrm>
              <a:off x="4858766" y="372084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199"/>
                  </a:lnTo>
                  <a:lnTo>
                    <a:pt x="76200" y="7619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6" name="object 386"/>
            <p:cNvSpPr/>
            <p:nvPr/>
          </p:nvSpPr>
          <p:spPr>
            <a:xfrm>
              <a:off x="4858766" y="372084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199"/>
                  </a:lnTo>
                  <a:lnTo>
                    <a:pt x="0" y="76199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7" name="object 387"/>
            <p:cNvSpPr/>
            <p:nvPr/>
          </p:nvSpPr>
          <p:spPr>
            <a:xfrm>
              <a:off x="4867910" y="373151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8" name="object 388"/>
            <p:cNvSpPr/>
            <p:nvPr/>
          </p:nvSpPr>
          <p:spPr>
            <a:xfrm>
              <a:off x="4867910" y="373151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9" name="object 389"/>
            <p:cNvSpPr/>
            <p:nvPr/>
          </p:nvSpPr>
          <p:spPr>
            <a:xfrm>
              <a:off x="4878577" y="374218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0" name="object 390"/>
            <p:cNvSpPr/>
            <p:nvPr/>
          </p:nvSpPr>
          <p:spPr>
            <a:xfrm>
              <a:off x="4878577" y="374218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1" name="object 391"/>
            <p:cNvSpPr/>
            <p:nvPr/>
          </p:nvSpPr>
          <p:spPr>
            <a:xfrm>
              <a:off x="4889246" y="37528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2" name="object 392"/>
            <p:cNvSpPr/>
            <p:nvPr/>
          </p:nvSpPr>
          <p:spPr>
            <a:xfrm>
              <a:off x="4889246" y="37528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3" name="object 393"/>
            <p:cNvSpPr/>
            <p:nvPr/>
          </p:nvSpPr>
          <p:spPr>
            <a:xfrm>
              <a:off x="4901438" y="37650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199"/>
                  </a:lnTo>
                  <a:lnTo>
                    <a:pt x="76200" y="7619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4" name="object 394"/>
            <p:cNvSpPr/>
            <p:nvPr/>
          </p:nvSpPr>
          <p:spPr>
            <a:xfrm>
              <a:off x="4901438" y="37650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199"/>
                  </a:lnTo>
                  <a:lnTo>
                    <a:pt x="0" y="76199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5" name="object 395"/>
            <p:cNvSpPr/>
            <p:nvPr/>
          </p:nvSpPr>
          <p:spPr>
            <a:xfrm>
              <a:off x="4913630" y="377571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6" name="object 396"/>
            <p:cNvSpPr/>
            <p:nvPr/>
          </p:nvSpPr>
          <p:spPr>
            <a:xfrm>
              <a:off x="4913630" y="377571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7" name="object 397"/>
            <p:cNvSpPr/>
            <p:nvPr/>
          </p:nvSpPr>
          <p:spPr>
            <a:xfrm>
              <a:off x="4925822" y="37894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8" name="object 398"/>
            <p:cNvSpPr/>
            <p:nvPr/>
          </p:nvSpPr>
          <p:spPr>
            <a:xfrm>
              <a:off x="4925822" y="37894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9" name="object 399"/>
            <p:cNvSpPr/>
            <p:nvPr/>
          </p:nvSpPr>
          <p:spPr>
            <a:xfrm>
              <a:off x="4939538" y="380161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199"/>
                  </a:lnTo>
                  <a:lnTo>
                    <a:pt x="76200" y="7619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0" name="object 400"/>
            <p:cNvSpPr/>
            <p:nvPr/>
          </p:nvSpPr>
          <p:spPr>
            <a:xfrm>
              <a:off x="4939538" y="380161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199"/>
                  </a:lnTo>
                  <a:lnTo>
                    <a:pt x="0" y="76199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1" name="object 401"/>
            <p:cNvSpPr/>
            <p:nvPr/>
          </p:nvSpPr>
          <p:spPr>
            <a:xfrm>
              <a:off x="4953254" y="381533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2" name="object 402"/>
            <p:cNvSpPr/>
            <p:nvPr/>
          </p:nvSpPr>
          <p:spPr>
            <a:xfrm>
              <a:off x="4953254" y="381533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3" name="object 403"/>
            <p:cNvSpPr/>
            <p:nvPr/>
          </p:nvSpPr>
          <p:spPr>
            <a:xfrm>
              <a:off x="4966970" y="383057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4" name="object 404"/>
            <p:cNvSpPr/>
            <p:nvPr/>
          </p:nvSpPr>
          <p:spPr>
            <a:xfrm>
              <a:off x="4966970" y="383057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5" name="object 405"/>
            <p:cNvSpPr/>
            <p:nvPr/>
          </p:nvSpPr>
          <p:spPr>
            <a:xfrm>
              <a:off x="4982210" y="384428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6" name="object 406"/>
            <p:cNvSpPr/>
            <p:nvPr/>
          </p:nvSpPr>
          <p:spPr>
            <a:xfrm>
              <a:off x="4982210" y="384428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7" name="object 407"/>
            <p:cNvSpPr/>
            <p:nvPr/>
          </p:nvSpPr>
          <p:spPr>
            <a:xfrm>
              <a:off x="4998974" y="386105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8" name="object 408"/>
            <p:cNvSpPr/>
            <p:nvPr/>
          </p:nvSpPr>
          <p:spPr>
            <a:xfrm>
              <a:off x="4998974" y="386105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9" name="object 409"/>
            <p:cNvSpPr/>
            <p:nvPr/>
          </p:nvSpPr>
          <p:spPr>
            <a:xfrm>
              <a:off x="5015738" y="387629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199"/>
                  </a:lnTo>
                  <a:lnTo>
                    <a:pt x="76200" y="7619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0" name="object 410"/>
            <p:cNvSpPr/>
            <p:nvPr/>
          </p:nvSpPr>
          <p:spPr>
            <a:xfrm>
              <a:off x="5015738" y="387629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199"/>
                  </a:lnTo>
                  <a:lnTo>
                    <a:pt x="0" y="76199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1" name="object 411"/>
            <p:cNvSpPr/>
            <p:nvPr/>
          </p:nvSpPr>
          <p:spPr>
            <a:xfrm>
              <a:off x="5034026" y="389305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2" name="object 412"/>
            <p:cNvSpPr/>
            <p:nvPr/>
          </p:nvSpPr>
          <p:spPr>
            <a:xfrm>
              <a:off x="5034026" y="389305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3" name="object 413"/>
            <p:cNvSpPr/>
            <p:nvPr/>
          </p:nvSpPr>
          <p:spPr>
            <a:xfrm>
              <a:off x="5053838" y="391134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199"/>
                  </a:lnTo>
                  <a:lnTo>
                    <a:pt x="76200" y="7619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4" name="object 414"/>
            <p:cNvSpPr/>
            <p:nvPr/>
          </p:nvSpPr>
          <p:spPr>
            <a:xfrm>
              <a:off x="5053838" y="391134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199"/>
                  </a:lnTo>
                  <a:lnTo>
                    <a:pt x="0" y="76199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5" name="object 415"/>
            <p:cNvSpPr/>
            <p:nvPr/>
          </p:nvSpPr>
          <p:spPr>
            <a:xfrm>
              <a:off x="5073650" y="393115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6" name="object 416"/>
            <p:cNvSpPr/>
            <p:nvPr/>
          </p:nvSpPr>
          <p:spPr>
            <a:xfrm>
              <a:off x="5073650" y="393115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7" name="object 417"/>
            <p:cNvSpPr/>
            <p:nvPr/>
          </p:nvSpPr>
          <p:spPr>
            <a:xfrm>
              <a:off x="5094986" y="394944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199"/>
                  </a:lnTo>
                  <a:lnTo>
                    <a:pt x="76200" y="7619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8" name="object 418"/>
            <p:cNvSpPr/>
            <p:nvPr/>
          </p:nvSpPr>
          <p:spPr>
            <a:xfrm>
              <a:off x="5094986" y="394944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199"/>
                  </a:lnTo>
                  <a:lnTo>
                    <a:pt x="0" y="76199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9" name="object 419"/>
            <p:cNvSpPr/>
            <p:nvPr/>
          </p:nvSpPr>
          <p:spPr>
            <a:xfrm>
              <a:off x="5117846" y="397078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0" name="object 420"/>
            <p:cNvSpPr/>
            <p:nvPr/>
          </p:nvSpPr>
          <p:spPr>
            <a:xfrm>
              <a:off x="5117846" y="397078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1" name="object 421"/>
            <p:cNvSpPr/>
            <p:nvPr/>
          </p:nvSpPr>
          <p:spPr>
            <a:xfrm>
              <a:off x="5142230" y="399211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199"/>
                  </a:lnTo>
                  <a:lnTo>
                    <a:pt x="76200" y="7619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2" name="object 422"/>
            <p:cNvSpPr/>
            <p:nvPr/>
          </p:nvSpPr>
          <p:spPr>
            <a:xfrm>
              <a:off x="5142230" y="399211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199"/>
                  </a:lnTo>
                  <a:lnTo>
                    <a:pt x="0" y="76199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3" name="object 423"/>
            <p:cNvSpPr/>
            <p:nvPr/>
          </p:nvSpPr>
          <p:spPr>
            <a:xfrm>
              <a:off x="5168138" y="401497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4" name="object 424"/>
            <p:cNvSpPr/>
            <p:nvPr/>
          </p:nvSpPr>
          <p:spPr>
            <a:xfrm>
              <a:off x="5168138" y="401497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5" name="object 425"/>
            <p:cNvSpPr/>
            <p:nvPr/>
          </p:nvSpPr>
          <p:spPr>
            <a:xfrm>
              <a:off x="5195570" y="403783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6" name="object 426"/>
            <p:cNvSpPr/>
            <p:nvPr/>
          </p:nvSpPr>
          <p:spPr>
            <a:xfrm>
              <a:off x="5195570" y="403783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7" name="object 427"/>
            <p:cNvSpPr/>
            <p:nvPr/>
          </p:nvSpPr>
          <p:spPr>
            <a:xfrm>
              <a:off x="5224526" y="406222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8" name="object 428"/>
            <p:cNvSpPr/>
            <p:nvPr/>
          </p:nvSpPr>
          <p:spPr>
            <a:xfrm>
              <a:off x="5224526" y="406222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9" name="object 429"/>
            <p:cNvSpPr/>
            <p:nvPr/>
          </p:nvSpPr>
          <p:spPr>
            <a:xfrm>
              <a:off x="5256530" y="408813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0" name="object 430"/>
            <p:cNvSpPr/>
            <p:nvPr/>
          </p:nvSpPr>
          <p:spPr>
            <a:xfrm>
              <a:off x="5256530" y="408813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1" name="object 431"/>
            <p:cNvSpPr/>
            <p:nvPr/>
          </p:nvSpPr>
          <p:spPr>
            <a:xfrm>
              <a:off x="5288534" y="411556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2" name="object 432"/>
            <p:cNvSpPr/>
            <p:nvPr/>
          </p:nvSpPr>
          <p:spPr>
            <a:xfrm>
              <a:off x="5288534" y="411556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3" name="object 433"/>
            <p:cNvSpPr/>
            <p:nvPr/>
          </p:nvSpPr>
          <p:spPr>
            <a:xfrm>
              <a:off x="5323586" y="414299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199"/>
                  </a:lnTo>
                  <a:lnTo>
                    <a:pt x="76200" y="7619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4" name="object 434"/>
            <p:cNvSpPr/>
            <p:nvPr/>
          </p:nvSpPr>
          <p:spPr>
            <a:xfrm>
              <a:off x="5323586" y="414299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199"/>
                  </a:lnTo>
                  <a:lnTo>
                    <a:pt x="0" y="76199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5" name="object 435"/>
            <p:cNvSpPr/>
            <p:nvPr/>
          </p:nvSpPr>
          <p:spPr>
            <a:xfrm>
              <a:off x="5361686" y="41719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6" name="object 436"/>
            <p:cNvSpPr/>
            <p:nvPr/>
          </p:nvSpPr>
          <p:spPr>
            <a:xfrm>
              <a:off x="5361686" y="41719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7" name="object 437"/>
            <p:cNvSpPr/>
            <p:nvPr/>
          </p:nvSpPr>
          <p:spPr>
            <a:xfrm>
              <a:off x="5401310" y="420090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8" name="object 438"/>
            <p:cNvSpPr/>
            <p:nvPr/>
          </p:nvSpPr>
          <p:spPr>
            <a:xfrm>
              <a:off x="5401310" y="420090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9" name="object 439"/>
            <p:cNvSpPr/>
            <p:nvPr/>
          </p:nvSpPr>
          <p:spPr>
            <a:xfrm>
              <a:off x="5442458" y="423291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0" name="object 440"/>
            <p:cNvSpPr/>
            <p:nvPr/>
          </p:nvSpPr>
          <p:spPr>
            <a:xfrm>
              <a:off x="5442458" y="423291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1" name="object 441"/>
            <p:cNvSpPr/>
            <p:nvPr/>
          </p:nvSpPr>
          <p:spPr>
            <a:xfrm>
              <a:off x="5488177" y="426491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2" name="object 442"/>
            <p:cNvSpPr/>
            <p:nvPr/>
          </p:nvSpPr>
          <p:spPr>
            <a:xfrm>
              <a:off x="5488177" y="426491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3" name="object 443"/>
            <p:cNvSpPr/>
            <p:nvPr/>
          </p:nvSpPr>
          <p:spPr>
            <a:xfrm>
              <a:off x="5535422" y="429691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199"/>
                  </a:lnTo>
                  <a:lnTo>
                    <a:pt x="76200" y="7619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4" name="object 444"/>
            <p:cNvSpPr/>
            <p:nvPr/>
          </p:nvSpPr>
          <p:spPr>
            <a:xfrm>
              <a:off x="5535422" y="429691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199"/>
                  </a:lnTo>
                  <a:lnTo>
                    <a:pt x="0" y="76199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5" name="object 445"/>
            <p:cNvSpPr/>
            <p:nvPr/>
          </p:nvSpPr>
          <p:spPr>
            <a:xfrm>
              <a:off x="5587238" y="433197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199"/>
                  </a:lnTo>
                  <a:lnTo>
                    <a:pt x="76200" y="7619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6" name="object 446"/>
            <p:cNvSpPr/>
            <p:nvPr/>
          </p:nvSpPr>
          <p:spPr>
            <a:xfrm>
              <a:off x="5587238" y="433197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199"/>
                  </a:lnTo>
                  <a:lnTo>
                    <a:pt x="0" y="76199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7" name="object 447"/>
            <p:cNvSpPr/>
            <p:nvPr/>
          </p:nvSpPr>
          <p:spPr>
            <a:xfrm>
              <a:off x="5640577" y="436702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8" name="object 448"/>
            <p:cNvSpPr/>
            <p:nvPr/>
          </p:nvSpPr>
          <p:spPr>
            <a:xfrm>
              <a:off x="5640577" y="436702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9" name="object 449"/>
            <p:cNvSpPr/>
            <p:nvPr/>
          </p:nvSpPr>
          <p:spPr>
            <a:xfrm>
              <a:off x="5698489" y="440207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0" name="object 450"/>
            <p:cNvSpPr/>
            <p:nvPr/>
          </p:nvSpPr>
          <p:spPr>
            <a:xfrm>
              <a:off x="5698489" y="440207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1" name="object 451"/>
            <p:cNvSpPr/>
            <p:nvPr/>
          </p:nvSpPr>
          <p:spPr>
            <a:xfrm>
              <a:off x="5759450" y="44386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2" name="object 452"/>
            <p:cNvSpPr/>
            <p:nvPr/>
          </p:nvSpPr>
          <p:spPr>
            <a:xfrm>
              <a:off x="5759450" y="44386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3" name="object 453"/>
            <p:cNvSpPr/>
            <p:nvPr/>
          </p:nvSpPr>
          <p:spPr>
            <a:xfrm>
              <a:off x="5824982" y="44767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4" name="object 454"/>
            <p:cNvSpPr/>
            <p:nvPr/>
          </p:nvSpPr>
          <p:spPr>
            <a:xfrm>
              <a:off x="5824982" y="44767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5" name="object 455"/>
            <p:cNvSpPr/>
            <p:nvPr/>
          </p:nvSpPr>
          <p:spPr>
            <a:xfrm>
              <a:off x="5895086" y="45148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6" name="object 456"/>
            <p:cNvSpPr/>
            <p:nvPr/>
          </p:nvSpPr>
          <p:spPr>
            <a:xfrm>
              <a:off x="5895086" y="45148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7" name="object 457"/>
            <p:cNvSpPr/>
            <p:nvPr/>
          </p:nvSpPr>
          <p:spPr>
            <a:xfrm>
              <a:off x="5969762" y="455447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8" name="object 458"/>
            <p:cNvSpPr/>
            <p:nvPr/>
          </p:nvSpPr>
          <p:spPr>
            <a:xfrm>
              <a:off x="5969762" y="455447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9" name="object 459"/>
            <p:cNvSpPr/>
            <p:nvPr/>
          </p:nvSpPr>
          <p:spPr>
            <a:xfrm>
              <a:off x="6049010" y="459409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0" name="object 460"/>
            <p:cNvSpPr/>
            <p:nvPr/>
          </p:nvSpPr>
          <p:spPr>
            <a:xfrm>
              <a:off x="6049010" y="459409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1" name="object 461"/>
            <p:cNvSpPr/>
            <p:nvPr/>
          </p:nvSpPr>
          <p:spPr>
            <a:xfrm>
              <a:off x="6132830" y="463372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2" name="object 462"/>
            <p:cNvSpPr/>
            <p:nvPr/>
          </p:nvSpPr>
          <p:spPr>
            <a:xfrm>
              <a:off x="6132830" y="463372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3" name="object 463"/>
            <p:cNvSpPr/>
            <p:nvPr/>
          </p:nvSpPr>
          <p:spPr>
            <a:xfrm>
              <a:off x="6222745" y="467487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199"/>
                  </a:lnTo>
                  <a:lnTo>
                    <a:pt x="76200" y="7619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4" name="object 464"/>
            <p:cNvSpPr/>
            <p:nvPr/>
          </p:nvSpPr>
          <p:spPr>
            <a:xfrm>
              <a:off x="6222745" y="467487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199"/>
                  </a:lnTo>
                  <a:lnTo>
                    <a:pt x="0" y="76199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5" name="object 465"/>
            <p:cNvSpPr/>
            <p:nvPr/>
          </p:nvSpPr>
          <p:spPr>
            <a:xfrm>
              <a:off x="6318757" y="471449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199"/>
                  </a:lnTo>
                  <a:lnTo>
                    <a:pt x="76200" y="7619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6" name="object 466"/>
            <p:cNvSpPr/>
            <p:nvPr/>
          </p:nvSpPr>
          <p:spPr>
            <a:xfrm>
              <a:off x="6318757" y="471449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199"/>
                  </a:lnTo>
                  <a:lnTo>
                    <a:pt x="0" y="76199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7" name="object 467"/>
            <p:cNvSpPr/>
            <p:nvPr/>
          </p:nvSpPr>
          <p:spPr>
            <a:xfrm>
              <a:off x="6419342" y="475564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199"/>
                  </a:lnTo>
                  <a:lnTo>
                    <a:pt x="76200" y="7619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8" name="object 468"/>
            <p:cNvSpPr/>
            <p:nvPr/>
          </p:nvSpPr>
          <p:spPr>
            <a:xfrm>
              <a:off x="6419342" y="475564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199"/>
                  </a:lnTo>
                  <a:lnTo>
                    <a:pt x="0" y="76199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9" name="object 46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24307" y="4792027"/>
              <a:ext cx="85725" cy="85725"/>
            </a:xfrm>
            <a:prstGeom prst="rect">
              <a:avLst/>
            </a:prstGeom>
          </p:spPr>
        </p:pic>
        <p:pic>
          <p:nvPicPr>
            <p:cNvPr id="470" name="object 47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38607" y="4831651"/>
              <a:ext cx="85725" cy="85725"/>
            </a:xfrm>
            <a:prstGeom prst="rect">
              <a:avLst/>
            </a:prstGeom>
          </p:spPr>
        </p:pic>
        <p:pic>
          <p:nvPicPr>
            <p:cNvPr id="471" name="object 47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2051" y="4872799"/>
              <a:ext cx="85725" cy="85725"/>
            </a:xfrm>
            <a:prstGeom prst="rect">
              <a:avLst/>
            </a:prstGeom>
          </p:spPr>
        </p:pic>
        <p:pic>
          <p:nvPicPr>
            <p:cNvPr id="472" name="object 47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93115" y="4912423"/>
              <a:ext cx="85725" cy="85725"/>
            </a:xfrm>
            <a:prstGeom prst="rect">
              <a:avLst/>
            </a:prstGeom>
          </p:spPr>
        </p:pic>
        <p:pic>
          <p:nvPicPr>
            <p:cNvPr id="473" name="object 47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33323" y="4952047"/>
              <a:ext cx="85725" cy="85725"/>
            </a:xfrm>
            <a:prstGeom prst="rect">
              <a:avLst/>
            </a:prstGeom>
          </p:spPr>
        </p:pic>
        <p:pic>
          <p:nvPicPr>
            <p:cNvPr id="474" name="object 47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82675" y="4991671"/>
              <a:ext cx="85725" cy="85725"/>
            </a:xfrm>
            <a:prstGeom prst="rect">
              <a:avLst/>
            </a:prstGeom>
          </p:spPr>
        </p:pic>
        <p:pic>
          <p:nvPicPr>
            <p:cNvPr id="475" name="object 47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41171" y="5029771"/>
              <a:ext cx="85725" cy="85725"/>
            </a:xfrm>
            <a:prstGeom prst="rect">
              <a:avLst/>
            </a:prstGeom>
          </p:spPr>
        </p:pic>
        <p:pic>
          <p:nvPicPr>
            <p:cNvPr id="476" name="object 47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10335" y="5067871"/>
              <a:ext cx="85725" cy="85725"/>
            </a:xfrm>
            <a:prstGeom prst="rect">
              <a:avLst/>
            </a:prstGeom>
          </p:spPr>
        </p:pic>
        <p:pic>
          <p:nvPicPr>
            <p:cNvPr id="477" name="object 47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90167" y="5104447"/>
              <a:ext cx="85725" cy="85725"/>
            </a:xfrm>
            <a:prstGeom prst="rect">
              <a:avLst/>
            </a:prstGeom>
          </p:spPr>
        </p:pic>
        <p:pic>
          <p:nvPicPr>
            <p:cNvPr id="478" name="object 47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82191" y="5141023"/>
              <a:ext cx="85725" cy="85725"/>
            </a:xfrm>
            <a:prstGeom prst="rect">
              <a:avLst/>
            </a:prstGeom>
          </p:spPr>
        </p:pic>
        <p:pic>
          <p:nvPicPr>
            <p:cNvPr id="479" name="object 47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86407" y="5176075"/>
              <a:ext cx="85725" cy="85725"/>
            </a:xfrm>
            <a:prstGeom prst="rect">
              <a:avLst/>
            </a:prstGeom>
          </p:spPr>
        </p:pic>
        <p:pic>
          <p:nvPicPr>
            <p:cNvPr id="480" name="object 48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05863" y="5209603"/>
              <a:ext cx="85725" cy="85724"/>
            </a:xfrm>
            <a:prstGeom prst="rect">
              <a:avLst/>
            </a:prstGeom>
          </p:spPr>
        </p:pic>
        <p:pic>
          <p:nvPicPr>
            <p:cNvPr id="481" name="object 48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7511" y="5243131"/>
              <a:ext cx="85725" cy="85725"/>
            </a:xfrm>
            <a:prstGeom prst="rect">
              <a:avLst/>
            </a:prstGeom>
          </p:spPr>
        </p:pic>
        <p:pic>
          <p:nvPicPr>
            <p:cNvPr id="482" name="object 48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84399" y="5275135"/>
              <a:ext cx="85725" cy="85725"/>
            </a:xfrm>
            <a:prstGeom prst="rect">
              <a:avLst/>
            </a:prstGeom>
          </p:spPr>
        </p:pic>
        <p:pic>
          <p:nvPicPr>
            <p:cNvPr id="483" name="object 48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48051" y="5305615"/>
              <a:ext cx="85725" cy="85725"/>
            </a:xfrm>
            <a:prstGeom prst="rect">
              <a:avLst/>
            </a:prstGeom>
          </p:spPr>
        </p:pic>
        <p:sp>
          <p:nvSpPr>
            <p:cNvPr id="484" name="object 484"/>
            <p:cNvSpPr/>
            <p:nvPr/>
          </p:nvSpPr>
          <p:spPr>
            <a:xfrm>
              <a:off x="2457323" y="3030855"/>
              <a:ext cx="6863715" cy="2546350"/>
            </a:xfrm>
            <a:custGeom>
              <a:avLst/>
              <a:gdLst/>
              <a:ahLst/>
              <a:cxnLst/>
              <a:rect l="l" t="t" r="r" b="b"/>
              <a:pathLst>
                <a:path w="6863715" h="2546350">
                  <a:moveTo>
                    <a:pt x="0" y="40640"/>
                  </a:moveTo>
                  <a:lnTo>
                    <a:pt x="0" y="40512"/>
                  </a:lnTo>
                  <a:lnTo>
                    <a:pt x="253" y="40386"/>
                  </a:lnTo>
                  <a:lnTo>
                    <a:pt x="381" y="40259"/>
                  </a:lnTo>
                  <a:lnTo>
                    <a:pt x="507" y="40005"/>
                  </a:lnTo>
                  <a:lnTo>
                    <a:pt x="762" y="39878"/>
                  </a:lnTo>
                  <a:lnTo>
                    <a:pt x="888" y="39750"/>
                  </a:lnTo>
                  <a:lnTo>
                    <a:pt x="1143" y="39497"/>
                  </a:lnTo>
                  <a:lnTo>
                    <a:pt x="1269" y="39243"/>
                  </a:lnTo>
                  <a:lnTo>
                    <a:pt x="1524" y="39116"/>
                  </a:lnTo>
                  <a:lnTo>
                    <a:pt x="1777" y="38862"/>
                  </a:lnTo>
                  <a:lnTo>
                    <a:pt x="2031" y="38608"/>
                  </a:lnTo>
                  <a:lnTo>
                    <a:pt x="2285" y="38354"/>
                  </a:lnTo>
                  <a:lnTo>
                    <a:pt x="2412" y="38227"/>
                  </a:lnTo>
                  <a:lnTo>
                    <a:pt x="2539" y="38100"/>
                  </a:lnTo>
                  <a:lnTo>
                    <a:pt x="2793" y="37846"/>
                  </a:lnTo>
                  <a:lnTo>
                    <a:pt x="3047" y="37592"/>
                  </a:lnTo>
                  <a:lnTo>
                    <a:pt x="3175" y="37592"/>
                  </a:lnTo>
                  <a:lnTo>
                    <a:pt x="3301" y="37337"/>
                  </a:lnTo>
                  <a:lnTo>
                    <a:pt x="3556" y="37211"/>
                  </a:lnTo>
                  <a:lnTo>
                    <a:pt x="3682" y="36957"/>
                  </a:lnTo>
                  <a:lnTo>
                    <a:pt x="3937" y="36830"/>
                  </a:lnTo>
                  <a:lnTo>
                    <a:pt x="4190" y="36575"/>
                  </a:lnTo>
                  <a:lnTo>
                    <a:pt x="4318" y="36575"/>
                  </a:lnTo>
                  <a:lnTo>
                    <a:pt x="4571" y="36322"/>
                  </a:lnTo>
                  <a:lnTo>
                    <a:pt x="4699" y="36195"/>
                  </a:lnTo>
                  <a:lnTo>
                    <a:pt x="4952" y="35941"/>
                  </a:lnTo>
                  <a:lnTo>
                    <a:pt x="5206" y="35687"/>
                  </a:lnTo>
                  <a:lnTo>
                    <a:pt x="5460" y="35433"/>
                  </a:lnTo>
                  <a:lnTo>
                    <a:pt x="5587" y="35306"/>
                  </a:lnTo>
                  <a:lnTo>
                    <a:pt x="5968" y="35052"/>
                  </a:lnTo>
                  <a:lnTo>
                    <a:pt x="6095" y="34925"/>
                  </a:lnTo>
                  <a:lnTo>
                    <a:pt x="6222" y="34671"/>
                  </a:lnTo>
                  <a:lnTo>
                    <a:pt x="6350" y="34544"/>
                  </a:lnTo>
                  <a:lnTo>
                    <a:pt x="6603" y="34417"/>
                  </a:lnTo>
                  <a:lnTo>
                    <a:pt x="6731" y="34290"/>
                  </a:lnTo>
                  <a:lnTo>
                    <a:pt x="6984" y="34162"/>
                  </a:lnTo>
                  <a:lnTo>
                    <a:pt x="7112" y="33909"/>
                  </a:lnTo>
                  <a:lnTo>
                    <a:pt x="7365" y="33782"/>
                  </a:lnTo>
                  <a:lnTo>
                    <a:pt x="7493" y="33655"/>
                  </a:lnTo>
                  <a:lnTo>
                    <a:pt x="7746" y="33528"/>
                  </a:lnTo>
                  <a:lnTo>
                    <a:pt x="7874" y="33274"/>
                  </a:lnTo>
                  <a:lnTo>
                    <a:pt x="8127" y="33147"/>
                  </a:lnTo>
                  <a:lnTo>
                    <a:pt x="8381" y="32893"/>
                  </a:lnTo>
                  <a:lnTo>
                    <a:pt x="8762" y="32512"/>
                  </a:lnTo>
                  <a:lnTo>
                    <a:pt x="9016" y="32385"/>
                  </a:lnTo>
                  <a:lnTo>
                    <a:pt x="9270" y="32131"/>
                  </a:lnTo>
                  <a:lnTo>
                    <a:pt x="9525" y="32004"/>
                  </a:lnTo>
                  <a:lnTo>
                    <a:pt x="9778" y="31750"/>
                  </a:lnTo>
                  <a:lnTo>
                    <a:pt x="10032" y="31623"/>
                  </a:lnTo>
                  <a:lnTo>
                    <a:pt x="10287" y="31369"/>
                  </a:lnTo>
                  <a:lnTo>
                    <a:pt x="10540" y="31115"/>
                  </a:lnTo>
                  <a:lnTo>
                    <a:pt x="10794" y="30987"/>
                  </a:lnTo>
                  <a:lnTo>
                    <a:pt x="11175" y="30734"/>
                  </a:lnTo>
                  <a:lnTo>
                    <a:pt x="11429" y="30480"/>
                  </a:lnTo>
                  <a:lnTo>
                    <a:pt x="11683" y="30225"/>
                  </a:lnTo>
                  <a:lnTo>
                    <a:pt x="12064" y="29972"/>
                  </a:lnTo>
                  <a:lnTo>
                    <a:pt x="12318" y="29845"/>
                  </a:lnTo>
                  <a:lnTo>
                    <a:pt x="12700" y="29591"/>
                  </a:lnTo>
                  <a:lnTo>
                    <a:pt x="12953" y="29337"/>
                  </a:lnTo>
                  <a:lnTo>
                    <a:pt x="13334" y="29083"/>
                  </a:lnTo>
                  <a:lnTo>
                    <a:pt x="13715" y="28829"/>
                  </a:lnTo>
                  <a:lnTo>
                    <a:pt x="13969" y="28575"/>
                  </a:lnTo>
                  <a:lnTo>
                    <a:pt x="14350" y="28321"/>
                  </a:lnTo>
                  <a:lnTo>
                    <a:pt x="14731" y="28067"/>
                  </a:lnTo>
                  <a:lnTo>
                    <a:pt x="15112" y="27812"/>
                  </a:lnTo>
                  <a:lnTo>
                    <a:pt x="15493" y="27432"/>
                  </a:lnTo>
                  <a:lnTo>
                    <a:pt x="15875" y="27178"/>
                  </a:lnTo>
                  <a:lnTo>
                    <a:pt x="16382" y="26924"/>
                  </a:lnTo>
                  <a:lnTo>
                    <a:pt x="16763" y="26670"/>
                  </a:lnTo>
                  <a:lnTo>
                    <a:pt x="17144" y="26289"/>
                  </a:lnTo>
                  <a:lnTo>
                    <a:pt x="17652" y="26035"/>
                  </a:lnTo>
                  <a:lnTo>
                    <a:pt x="18160" y="25781"/>
                  </a:lnTo>
                  <a:lnTo>
                    <a:pt x="18541" y="25400"/>
                  </a:lnTo>
                  <a:lnTo>
                    <a:pt x="19050" y="25146"/>
                  </a:lnTo>
                  <a:lnTo>
                    <a:pt x="19557" y="24765"/>
                  </a:lnTo>
                  <a:lnTo>
                    <a:pt x="20065" y="24511"/>
                  </a:lnTo>
                  <a:lnTo>
                    <a:pt x="20574" y="24130"/>
                  </a:lnTo>
                  <a:lnTo>
                    <a:pt x="21081" y="23875"/>
                  </a:lnTo>
                  <a:lnTo>
                    <a:pt x="21589" y="23495"/>
                  </a:lnTo>
                  <a:lnTo>
                    <a:pt x="22225" y="23241"/>
                  </a:lnTo>
                  <a:lnTo>
                    <a:pt x="22732" y="22860"/>
                  </a:lnTo>
                  <a:lnTo>
                    <a:pt x="23368" y="22479"/>
                  </a:lnTo>
                  <a:lnTo>
                    <a:pt x="23875" y="22225"/>
                  </a:lnTo>
                  <a:lnTo>
                    <a:pt x="24510" y="21844"/>
                  </a:lnTo>
                  <a:lnTo>
                    <a:pt x="25145" y="21462"/>
                  </a:lnTo>
                  <a:lnTo>
                    <a:pt x="25781" y="21082"/>
                  </a:lnTo>
                  <a:lnTo>
                    <a:pt x="26415" y="20828"/>
                  </a:lnTo>
                  <a:lnTo>
                    <a:pt x="27177" y="20447"/>
                  </a:lnTo>
                  <a:lnTo>
                    <a:pt x="27812" y="20066"/>
                  </a:lnTo>
                  <a:lnTo>
                    <a:pt x="28575" y="19685"/>
                  </a:lnTo>
                  <a:lnTo>
                    <a:pt x="29209" y="19304"/>
                  </a:lnTo>
                  <a:lnTo>
                    <a:pt x="29971" y="18923"/>
                  </a:lnTo>
                  <a:lnTo>
                    <a:pt x="30733" y="18542"/>
                  </a:lnTo>
                  <a:lnTo>
                    <a:pt x="31622" y="18161"/>
                  </a:lnTo>
                  <a:lnTo>
                    <a:pt x="32384" y="17780"/>
                  </a:lnTo>
                  <a:lnTo>
                    <a:pt x="33146" y="17525"/>
                  </a:lnTo>
                  <a:lnTo>
                    <a:pt x="34035" y="17145"/>
                  </a:lnTo>
                  <a:lnTo>
                    <a:pt x="34925" y="16764"/>
                  </a:lnTo>
                  <a:lnTo>
                    <a:pt x="35813" y="16383"/>
                  </a:lnTo>
                  <a:lnTo>
                    <a:pt x="36702" y="16002"/>
                  </a:lnTo>
                  <a:lnTo>
                    <a:pt x="37591" y="15621"/>
                  </a:lnTo>
                  <a:lnTo>
                    <a:pt x="38607" y="15240"/>
                  </a:lnTo>
                  <a:lnTo>
                    <a:pt x="39624" y="14859"/>
                  </a:lnTo>
                  <a:lnTo>
                    <a:pt x="40639" y="14478"/>
                  </a:lnTo>
                  <a:lnTo>
                    <a:pt x="41656" y="14097"/>
                  </a:lnTo>
                  <a:lnTo>
                    <a:pt x="42671" y="13716"/>
                  </a:lnTo>
                  <a:lnTo>
                    <a:pt x="43687" y="13335"/>
                  </a:lnTo>
                  <a:lnTo>
                    <a:pt x="44831" y="12954"/>
                  </a:lnTo>
                  <a:lnTo>
                    <a:pt x="45974" y="12573"/>
                  </a:lnTo>
                  <a:lnTo>
                    <a:pt x="47116" y="12192"/>
                  </a:lnTo>
                  <a:lnTo>
                    <a:pt x="48387" y="11811"/>
                  </a:lnTo>
                  <a:lnTo>
                    <a:pt x="49529" y="11430"/>
                  </a:lnTo>
                  <a:lnTo>
                    <a:pt x="50800" y="11049"/>
                  </a:lnTo>
                  <a:lnTo>
                    <a:pt x="52196" y="10668"/>
                  </a:lnTo>
                  <a:lnTo>
                    <a:pt x="53466" y="10414"/>
                  </a:lnTo>
                  <a:lnTo>
                    <a:pt x="54863" y="10033"/>
                  </a:lnTo>
                  <a:lnTo>
                    <a:pt x="56260" y="9652"/>
                  </a:lnTo>
                  <a:lnTo>
                    <a:pt x="57657" y="9271"/>
                  </a:lnTo>
                  <a:lnTo>
                    <a:pt x="59054" y="9017"/>
                  </a:lnTo>
                  <a:lnTo>
                    <a:pt x="60578" y="8636"/>
                  </a:lnTo>
                  <a:lnTo>
                    <a:pt x="62102" y="8255"/>
                  </a:lnTo>
                  <a:lnTo>
                    <a:pt x="63626" y="8000"/>
                  </a:lnTo>
                  <a:lnTo>
                    <a:pt x="65277" y="7620"/>
                  </a:lnTo>
                  <a:lnTo>
                    <a:pt x="66928" y="7366"/>
                  </a:lnTo>
                  <a:lnTo>
                    <a:pt x="68579" y="6985"/>
                  </a:lnTo>
                  <a:lnTo>
                    <a:pt x="70357" y="6731"/>
                  </a:lnTo>
                  <a:lnTo>
                    <a:pt x="72135" y="6350"/>
                  </a:lnTo>
                  <a:lnTo>
                    <a:pt x="73913" y="6096"/>
                  </a:lnTo>
                  <a:lnTo>
                    <a:pt x="75818" y="5842"/>
                  </a:lnTo>
                  <a:lnTo>
                    <a:pt x="77724" y="5587"/>
                  </a:lnTo>
                  <a:lnTo>
                    <a:pt x="79756" y="5207"/>
                  </a:lnTo>
                  <a:lnTo>
                    <a:pt x="81787" y="4953"/>
                  </a:lnTo>
                  <a:lnTo>
                    <a:pt x="83819" y="4699"/>
                  </a:lnTo>
                  <a:lnTo>
                    <a:pt x="85978" y="4445"/>
                  </a:lnTo>
                  <a:lnTo>
                    <a:pt x="88137" y="4191"/>
                  </a:lnTo>
                  <a:lnTo>
                    <a:pt x="90296" y="3937"/>
                  </a:lnTo>
                  <a:lnTo>
                    <a:pt x="92582" y="3810"/>
                  </a:lnTo>
                  <a:lnTo>
                    <a:pt x="94995" y="3556"/>
                  </a:lnTo>
                  <a:lnTo>
                    <a:pt x="97281" y="3302"/>
                  </a:lnTo>
                  <a:lnTo>
                    <a:pt x="99821" y="3175"/>
                  </a:lnTo>
                  <a:lnTo>
                    <a:pt x="102362" y="2921"/>
                  </a:lnTo>
                  <a:lnTo>
                    <a:pt x="104901" y="2794"/>
                  </a:lnTo>
                  <a:lnTo>
                    <a:pt x="107568" y="2540"/>
                  </a:lnTo>
                  <a:lnTo>
                    <a:pt x="110235" y="2412"/>
                  </a:lnTo>
                  <a:lnTo>
                    <a:pt x="113029" y="2159"/>
                  </a:lnTo>
                  <a:lnTo>
                    <a:pt x="115824" y="2032"/>
                  </a:lnTo>
                  <a:lnTo>
                    <a:pt x="118871" y="1905"/>
                  </a:lnTo>
                  <a:lnTo>
                    <a:pt x="121793" y="1778"/>
                  </a:lnTo>
                  <a:lnTo>
                    <a:pt x="124840" y="1650"/>
                  </a:lnTo>
                  <a:lnTo>
                    <a:pt x="128015" y="1524"/>
                  </a:lnTo>
                  <a:lnTo>
                    <a:pt x="131190" y="1397"/>
                  </a:lnTo>
                  <a:lnTo>
                    <a:pt x="134493" y="1270"/>
                  </a:lnTo>
                  <a:lnTo>
                    <a:pt x="137921" y="1143"/>
                  </a:lnTo>
                  <a:lnTo>
                    <a:pt x="141350" y="1016"/>
                  </a:lnTo>
                  <a:lnTo>
                    <a:pt x="144906" y="889"/>
                  </a:lnTo>
                  <a:lnTo>
                    <a:pt x="148716" y="889"/>
                  </a:lnTo>
                  <a:lnTo>
                    <a:pt x="152400" y="762"/>
                  </a:lnTo>
                  <a:lnTo>
                    <a:pt x="156209" y="635"/>
                  </a:lnTo>
                  <a:lnTo>
                    <a:pt x="160146" y="635"/>
                  </a:lnTo>
                  <a:lnTo>
                    <a:pt x="164210" y="508"/>
                  </a:lnTo>
                  <a:lnTo>
                    <a:pt x="168275" y="508"/>
                  </a:lnTo>
                  <a:lnTo>
                    <a:pt x="172593" y="381"/>
                  </a:lnTo>
                  <a:lnTo>
                    <a:pt x="176910" y="381"/>
                  </a:lnTo>
                  <a:lnTo>
                    <a:pt x="181356" y="381"/>
                  </a:lnTo>
                  <a:lnTo>
                    <a:pt x="185927" y="254"/>
                  </a:lnTo>
                  <a:lnTo>
                    <a:pt x="190626" y="254"/>
                  </a:lnTo>
                  <a:lnTo>
                    <a:pt x="195325" y="254"/>
                  </a:lnTo>
                  <a:lnTo>
                    <a:pt x="200406" y="127"/>
                  </a:lnTo>
                  <a:lnTo>
                    <a:pt x="205358" y="127"/>
                  </a:lnTo>
                  <a:lnTo>
                    <a:pt x="210438" y="127"/>
                  </a:lnTo>
                  <a:lnTo>
                    <a:pt x="215900" y="127"/>
                  </a:lnTo>
                  <a:lnTo>
                    <a:pt x="221233" y="0"/>
                  </a:lnTo>
                  <a:lnTo>
                    <a:pt x="527812" y="0"/>
                  </a:lnTo>
                  <a:lnTo>
                    <a:pt x="537718" y="1"/>
                  </a:lnTo>
                  <a:lnTo>
                    <a:pt x="547814" y="15"/>
                  </a:lnTo>
                  <a:lnTo>
                    <a:pt x="558101" y="53"/>
                  </a:lnTo>
                  <a:lnTo>
                    <a:pt x="568578" y="127"/>
                  </a:lnTo>
                  <a:lnTo>
                    <a:pt x="579322" y="127"/>
                  </a:lnTo>
                  <a:lnTo>
                    <a:pt x="659891" y="127"/>
                  </a:lnTo>
                  <a:lnTo>
                    <a:pt x="672298" y="200"/>
                  </a:lnTo>
                  <a:lnTo>
                    <a:pt x="684942" y="238"/>
                  </a:lnTo>
                  <a:lnTo>
                    <a:pt x="697825" y="252"/>
                  </a:lnTo>
                  <a:lnTo>
                    <a:pt x="710945" y="254"/>
                  </a:lnTo>
                  <a:lnTo>
                    <a:pt x="724306" y="255"/>
                  </a:lnTo>
                  <a:lnTo>
                    <a:pt x="737917" y="269"/>
                  </a:lnTo>
                  <a:lnTo>
                    <a:pt x="751790" y="307"/>
                  </a:lnTo>
                  <a:lnTo>
                    <a:pt x="765937" y="381"/>
                  </a:lnTo>
                  <a:lnTo>
                    <a:pt x="780327" y="382"/>
                  </a:lnTo>
                  <a:lnTo>
                    <a:pt x="794956" y="396"/>
                  </a:lnTo>
                  <a:lnTo>
                    <a:pt x="809871" y="434"/>
                  </a:lnTo>
                  <a:lnTo>
                    <a:pt x="825118" y="508"/>
                  </a:lnTo>
                  <a:lnTo>
                    <a:pt x="840599" y="509"/>
                  </a:lnTo>
                  <a:lnTo>
                    <a:pt x="856376" y="523"/>
                  </a:lnTo>
                  <a:lnTo>
                    <a:pt x="872464" y="561"/>
                  </a:lnTo>
                  <a:lnTo>
                    <a:pt x="888873" y="635"/>
                  </a:lnTo>
                  <a:lnTo>
                    <a:pt x="905591" y="656"/>
                  </a:lnTo>
                  <a:lnTo>
                    <a:pt x="922607" y="714"/>
                  </a:lnTo>
                  <a:lnTo>
                    <a:pt x="939932" y="795"/>
                  </a:lnTo>
                  <a:lnTo>
                    <a:pt x="957579" y="889"/>
                  </a:lnTo>
                  <a:lnTo>
                    <a:pt x="975558" y="890"/>
                  </a:lnTo>
                  <a:lnTo>
                    <a:pt x="993870" y="904"/>
                  </a:lnTo>
                  <a:lnTo>
                    <a:pt x="1012515" y="942"/>
                  </a:lnTo>
                  <a:lnTo>
                    <a:pt x="1031493" y="1016"/>
                  </a:lnTo>
                  <a:lnTo>
                    <a:pt x="1050903" y="1021"/>
                  </a:lnTo>
                  <a:lnTo>
                    <a:pt x="1070657" y="968"/>
                  </a:lnTo>
                  <a:lnTo>
                    <a:pt x="1090769" y="1033"/>
                  </a:lnTo>
                  <a:lnTo>
                    <a:pt x="1111250" y="1397"/>
                  </a:lnTo>
                  <a:lnTo>
                    <a:pt x="1132111" y="1710"/>
                  </a:lnTo>
                  <a:lnTo>
                    <a:pt x="1175025" y="3004"/>
                  </a:lnTo>
                  <a:lnTo>
                    <a:pt x="1219586" y="8937"/>
                  </a:lnTo>
                  <a:lnTo>
                    <a:pt x="1265842" y="19605"/>
                  </a:lnTo>
                  <a:lnTo>
                    <a:pt x="1313904" y="41777"/>
                  </a:lnTo>
                  <a:lnTo>
                    <a:pt x="1363676" y="75499"/>
                  </a:lnTo>
                  <a:lnTo>
                    <a:pt x="1415379" y="123136"/>
                  </a:lnTo>
                  <a:lnTo>
                    <a:pt x="1441957" y="152447"/>
                  </a:lnTo>
                  <a:lnTo>
                    <a:pt x="1469012" y="184687"/>
                  </a:lnTo>
                  <a:lnTo>
                    <a:pt x="1496567" y="219202"/>
                  </a:lnTo>
                  <a:lnTo>
                    <a:pt x="1524718" y="256341"/>
                  </a:lnTo>
                  <a:lnTo>
                    <a:pt x="1553368" y="296291"/>
                  </a:lnTo>
                  <a:lnTo>
                    <a:pt x="1582543" y="338145"/>
                  </a:lnTo>
                  <a:lnTo>
                    <a:pt x="1612264" y="381000"/>
                  </a:lnTo>
                  <a:lnTo>
                    <a:pt x="1642536" y="425037"/>
                  </a:lnTo>
                  <a:lnTo>
                    <a:pt x="1673367" y="470598"/>
                  </a:lnTo>
                  <a:lnTo>
                    <a:pt x="1704794" y="517016"/>
                  </a:lnTo>
                  <a:lnTo>
                    <a:pt x="1736852" y="563626"/>
                  </a:lnTo>
                  <a:lnTo>
                    <a:pt x="1762869" y="601081"/>
                  </a:lnTo>
                  <a:lnTo>
                    <a:pt x="1789271" y="638940"/>
                  </a:lnTo>
                  <a:lnTo>
                    <a:pt x="1816075" y="676993"/>
                  </a:lnTo>
                  <a:lnTo>
                    <a:pt x="1843300" y="715034"/>
                  </a:lnTo>
                  <a:lnTo>
                    <a:pt x="1870964" y="752856"/>
                  </a:lnTo>
                  <a:lnTo>
                    <a:pt x="1899040" y="790475"/>
                  </a:lnTo>
                  <a:lnTo>
                    <a:pt x="1927506" y="828107"/>
                  </a:lnTo>
                  <a:lnTo>
                    <a:pt x="1956387" y="865610"/>
                  </a:lnTo>
                  <a:lnTo>
                    <a:pt x="1985706" y="902846"/>
                  </a:lnTo>
                  <a:lnTo>
                    <a:pt x="2015489" y="939673"/>
                  </a:lnTo>
                  <a:lnTo>
                    <a:pt x="2045729" y="976144"/>
                  </a:lnTo>
                  <a:lnTo>
                    <a:pt x="2076413" y="1012353"/>
                  </a:lnTo>
                  <a:lnTo>
                    <a:pt x="2107560" y="1048221"/>
                  </a:lnTo>
                  <a:lnTo>
                    <a:pt x="2139190" y="1083668"/>
                  </a:lnTo>
                  <a:lnTo>
                    <a:pt x="2171318" y="1118616"/>
                  </a:lnTo>
                  <a:lnTo>
                    <a:pt x="2203859" y="1153111"/>
                  </a:lnTo>
                  <a:lnTo>
                    <a:pt x="2236875" y="1187222"/>
                  </a:lnTo>
                  <a:lnTo>
                    <a:pt x="2270385" y="1220900"/>
                  </a:lnTo>
                  <a:lnTo>
                    <a:pt x="2304406" y="1254097"/>
                  </a:lnTo>
                  <a:lnTo>
                    <a:pt x="2338959" y="1286764"/>
                  </a:lnTo>
                  <a:lnTo>
                    <a:pt x="2374091" y="1318904"/>
                  </a:lnTo>
                  <a:lnTo>
                    <a:pt x="2409705" y="1350550"/>
                  </a:lnTo>
                  <a:lnTo>
                    <a:pt x="2445824" y="1381697"/>
                  </a:lnTo>
                  <a:lnTo>
                    <a:pt x="2482475" y="1412337"/>
                  </a:lnTo>
                  <a:lnTo>
                    <a:pt x="2519679" y="1442466"/>
                  </a:lnTo>
                  <a:lnTo>
                    <a:pt x="2557496" y="1472140"/>
                  </a:lnTo>
                  <a:lnTo>
                    <a:pt x="2595837" y="1501278"/>
                  </a:lnTo>
                  <a:lnTo>
                    <a:pt x="2634738" y="1529891"/>
                  </a:lnTo>
                  <a:lnTo>
                    <a:pt x="2674237" y="1557993"/>
                  </a:lnTo>
                  <a:lnTo>
                    <a:pt x="2714371" y="1585595"/>
                  </a:lnTo>
                  <a:lnTo>
                    <a:pt x="2755050" y="1612680"/>
                  </a:lnTo>
                  <a:lnTo>
                    <a:pt x="2796333" y="1639241"/>
                  </a:lnTo>
                  <a:lnTo>
                    <a:pt x="2838244" y="1665303"/>
                  </a:lnTo>
                  <a:lnTo>
                    <a:pt x="2880808" y="1690889"/>
                  </a:lnTo>
                  <a:lnTo>
                    <a:pt x="2924048" y="1716024"/>
                  </a:lnTo>
                  <a:lnTo>
                    <a:pt x="2967930" y="1740609"/>
                  </a:lnTo>
                  <a:lnTo>
                    <a:pt x="3012427" y="1764694"/>
                  </a:lnTo>
                  <a:lnTo>
                    <a:pt x="3057577" y="1788298"/>
                  </a:lnTo>
                  <a:lnTo>
                    <a:pt x="3103416" y="1811438"/>
                  </a:lnTo>
                  <a:lnTo>
                    <a:pt x="3149980" y="1834134"/>
                  </a:lnTo>
                  <a:lnTo>
                    <a:pt x="3197342" y="1856407"/>
                  </a:lnTo>
                  <a:lnTo>
                    <a:pt x="3245564" y="1878242"/>
                  </a:lnTo>
                  <a:lnTo>
                    <a:pt x="3294437" y="1899595"/>
                  </a:lnTo>
                  <a:lnTo>
                    <a:pt x="3343756" y="1920424"/>
                  </a:lnTo>
                  <a:lnTo>
                    <a:pt x="3393313" y="1940687"/>
                  </a:lnTo>
                  <a:lnTo>
                    <a:pt x="3443185" y="1960389"/>
                  </a:lnTo>
                  <a:lnTo>
                    <a:pt x="3493588" y="1979555"/>
                  </a:lnTo>
                  <a:lnTo>
                    <a:pt x="3544289" y="1998166"/>
                  </a:lnTo>
                  <a:lnTo>
                    <a:pt x="3595058" y="2016204"/>
                  </a:lnTo>
                  <a:lnTo>
                    <a:pt x="3645662" y="2033651"/>
                  </a:lnTo>
                  <a:lnTo>
                    <a:pt x="3696169" y="2050533"/>
                  </a:lnTo>
                  <a:lnTo>
                    <a:pt x="3746658" y="2066788"/>
                  </a:lnTo>
                  <a:lnTo>
                    <a:pt x="3797141" y="2082489"/>
                  </a:lnTo>
                  <a:lnTo>
                    <a:pt x="3847630" y="2097707"/>
                  </a:lnTo>
                  <a:lnTo>
                    <a:pt x="3898138" y="2112518"/>
                  </a:lnTo>
                  <a:lnTo>
                    <a:pt x="3948645" y="2126883"/>
                  </a:lnTo>
                  <a:lnTo>
                    <a:pt x="3999134" y="2140754"/>
                  </a:lnTo>
                  <a:lnTo>
                    <a:pt x="4049617" y="2154187"/>
                  </a:lnTo>
                  <a:lnTo>
                    <a:pt x="4100106" y="2167235"/>
                  </a:lnTo>
                  <a:lnTo>
                    <a:pt x="4150613" y="2179955"/>
                  </a:lnTo>
                  <a:lnTo>
                    <a:pt x="4201071" y="2192258"/>
                  </a:lnTo>
                  <a:lnTo>
                    <a:pt x="4251547" y="2204196"/>
                  </a:lnTo>
                  <a:lnTo>
                    <a:pt x="4302029" y="2215799"/>
                  </a:lnTo>
                  <a:lnTo>
                    <a:pt x="4352505" y="2227097"/>
                  </a:lnTo>
                  <a:lnTo>
                    <a:pt x="4402962" y="2238121"/>
                  </a:lnTo>
                  <a:lnTo>
                    <a:pt x="4453482" y="2248791"/>
                  </a:lnTo>
                  <a:lnTo>
                    <a:pt x="4503996" y="2259168"/>
                  </a:lnTo>
                  <a:lnTo>
                    <a:pt x="4554497" y="2269265"/>
                  </a:lnTo>
                  <a:lnTo>
                    <a:pt x="4604980" y="2279094"/>
                  </a:lnTo>
                  <a:lnTo>
                    <a:pt x="4655438" y="2288667"/>
                  </a:lnTo>
                  <a:lnTo>
                    <a:pt x="4705946" y="2297981"/>
                  </a:lnTo>
                  <a:lnTo>
                    <a:pt x="4756435" y="2307040"/>
                  </a:lnTo>
                  <a:lnTo>
                    <a:pt x="4806918" y="2315861"/>
                  </a:lnTo>
                  <a:lnTo>
                    <a:pt x="4857407" y="2324462"/>
                  </a:lnTo>
                  <a:lnTo>
                    <a:pt x="4907915" y="2332863"/>
                  </a:lnTo>
                  <a:lnTo>
                    <a:pt x="4958373" y="2341111"/>
                  </a:lnTo>
                  <a:lnTo>
                    <a:pt x="5008856" y="2349110"/>
                  </a:lnTo>
                  <a:lnTo>
                    <a:pt x="5059357" y="2356884"/>
                  </a:lnTo>
                  <a:lnTo>
                    <a:pt x="5109871" y="2364456"/>
                  </a:lnTo>
                  <a:lnTo>
                    <a:pt x="5160391" y="2371852"/>
                  </a:lnTo>
                  <a:lnTo>
                    <a:pt x="5210836" y="2379077"/>
                  </a:lnTo>
                  <a:lnTo>
                    <a:pt x="5261287" y="2386132"/>
                  </a:lnTo>
                  <a:lnTo>
                    <a:pt x="5311751" y="2393029"/>
                  </a:lnTo>
                  <a:lnTo>
                    <a:pt x="5362233" y="2399779"/>
                  </a:lnTo>
                  <a:lnTo>
                    <a:pt x="5412740" y="2406396"/>
                  </a:lnTo>
                  <a:lnTo>
                    <a:pt x="5463247" y="2412798"/>
                  </a:lnTo>
                  <a:lnTo>
                    <a:pt x="5513736" y="2419061"/>
                  </a:lnTo>
                  <a:lnTo>
                    <a:pt x="5564219" y="2425196"/>
                  </a:lnTo>
                  <a:lnTo>
                    <a:pt x="5614708" y="2431214"/>
                  </a:lnTo>
                  <a:lnTo>
                    <a:pt x="5665216" y="2437130"/>
                  </a:lnTo>
                  <a:lnTo>
                    <a:pt x="5715722" y="2442860"/>
                  </a:lnTo>
                  <a:lnTo>
                    <a:pt x="5766204" y="2448468"/>
                  </a:lnTo>
                  <a:lnTo>
                    <a:pt x="5816668" y="2453954"/>
                  </a:lnTo>
                  <a:lnTo>
                    <a:pt x="5867119" y="2459319"/>
                  </a:lnTo>
                  <a:lnTo>
                    <a:pt x="5917565" y="2464562"/>
                  </a:lnTo>
                  <a:lnTo>
                    <a:pt x="5968084" y="2469746"/>
                  </a:lnTo>
                  <a:lnTo>
                    <a:pt x="6018598" y="2474797"/>
                  </a:lnTo>
                  <a:lnTo>
                    <a:pt x="6069099" y="2479731"/>
                  </a:lnTo>
                  <a:lnTo>
                    <a:pt x="6119582" y="2484569"/>
                  </a:lnTo>
                  <a:lnTo>
                    <a:pt x="6170041" y="2489327"/>
                  </a:lnTo>
                  <a:lnTo>
                    <a:pt x="6220548" y="2493992"/>
                  </a:lnTo>
                  <a:lnTo>
                    <a:pt x="6271037" y="2498548"/>
                  </a:lnTo>
                  <a:lnTo>
                    <a:pt x="6321520" y="2503006"/>
                  </a:lnTo>
                  <a:lnTo>
                    <a:pt x="6372009" y="2507379"/>
                  </a:lnTo>
                  <a:lnTo>
                    <a:pt x="6422517" y="2511679"/>
                  </a:lnTo>
                  <a:lnTo>
                    <a:pt x="6472975" y="2515888"/>
                  </a:lnTo>
                  <a:lnTo>
                    <a:pt x="6523458" y="2519993"/>
                  </a:lnTo>
                  <a:lnTo>
                    <a:pt x="6573959" y="2524014"/>
                  </a:lnTo>
                  <a:lnTo>
                    <a:pt x="6624473" y="2527967"/>
                  </a:lnTo>
                  <a:lnTo>
                    <a:pt x="6674993" y="2531872"/>
                  </a:lnTo>
                  <a:lnTo>
                    <a:pt x="6725450" y="2535713"/>
                  </a:lnTo>
                  <a:lnTo>
                    <a:pt x="6775926" y="2539469"/>
                  </a:lnTo>
                  <a:lnTo>
                    <a:pt x="6826408" y="2543146"/>
                  </a:lnTo>
                  <a:lnTo>
                    <a:pt x="6863461" y="2545791"/>
                  </a:lnTo>
                </a:path>
              </a:pathLst>
            </a:custGeom>
            <a:ln w="2222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5" name="object 485"/>
            <p:cNvSpPr/>
            <p:nvPr/>
          </p:nvSpPr>
          <p:spPr>
            <a:xfrm>
              <a:off x="2457323" y="3026663"/>
              <a:ext cx="6863715" cy="2432050"/>
            </a:xfrm>
            <a:custGeom>
              <a:avLst/>
              <a:gdLst/>
              <a:ahLst/>
              <a:cxnLst/>
              <a:rect l="l" t="t" r="r" b="b"/>
              <a:pathLst>
                <a:path w="6863715" h="2432050">
                  <a:moveTo>
                    <a:pt x="0" y="44831"/>
                  </a:moveTo>
                  <a:lnTo>
                    <a:pt x="0" y="44703"/>
                  </a:lnTo>
                  <a:lnTo>
                    <a:pt x="126" y="44450"/>
                  </a:lnTo>
                  <a:lnTo>
                    <a:pt x="253" y="44196"/>
                  </a:lnTo>
                  <a:lnTo>
                    <a:pt x="381" y="44196"/>
                  </a:lnTo>
                  <a:lnTo>
                    <a:pt x="381" y="43941"/>
                  </a:lnTo>
                  <a:lnTo>
                    <a:pt x="507" y="43687"/>
                  </a:lnTo>
                  <a:lnTo>
                    <a:pt x="762" y="43561"/>
                  </a:lnTo>
                  <a:lnTo>
                    <a:pt x="888" y="43307"/>
                  </a:lnTo>
                  <a:lnTo>
                    <a:pt x="1015" y="43052"/>
                  </a:lnTo>
                  <a:lnTo>
                    <a:pt x="1143" y="42925"/>
                  </a:lnTo>
                  <a:lnTo>
                    <a:pt x="1269" y="42672"/>
                  </a:lnTo>
                  <a:lnTo>
                    <a:pt x="1524" y="42545"/>
                  </a:lnTo>
                  <a:lnTo>
                    <a:pt x="1650" y="42290"/>
                  </a:lnTo>
                  <a:lnTo>
                    <a:pt x="1777" y="42037"/>
                  </a:lnTo>
                  <a:lnTo>
                    <a:pt x="2031" y="41910"/>
                  </a:lnTo>
                  <a:lnTo>
                    <a:pt x="2158" y="41656"/>
                  </a:lnTo>
                  <a:lnTo>
                    <a:pt x="2285" y="41528"/>
                  </a:lnTo>
                  <a:lnTo>
                    <a:pt x="2412" y="41528"/>
                  </a:lnTo>
                  <a:lnTo>
                    <a:pt x="2539" y="41275"/>
                  </a:lnTo>
                  <a:lnTo>
                    <a:pt x="2793" y="41148"/>
                  </a:lnTo>
                  <a:lnTo>
                    <a:pt x="3047" y="40894"/>
                  </a:lnTo>
                  <a:lnTo>
                    <a:pt x="3175" y="40766"/>
                  </a:lnTo>
                  <a:lnTo>
                    <a:pt x="3428" y="40639"/>
                  </a:lnTo>
                  <a:lnTo>
                    <a:pt x="3556" y="40512"/>
                  </a:lnTo>
                  <a:lnTo>
                    <a:pt x="3682" y="40259"/>
                  </a:lnTo>
                  <a:lnTo>
                    <a:pt x="3937" y="40132"/>
                  </a:lnTo>
                  <a:lnTo>
                    <a:pt x="4190" y="39877"/>
                  </a:lnTo>
                  <a:lnTo>
                    <a:pt x="4318" y="39750"/>
                  </a:lnTo>
                  <a:lnTo>
                    <a:pt x="4571" y="39624"/>
                  </a:lnTo>
                  <a:lnTo>
                    <a:pt x="4699" y="39370"/>
                  </a:lnTo>
                  <a:lnTo>
                    <a:pt x="4952" y="39243"/>
                  </a:lnTo>
                  <a:lnTo>
                    <a:pt x="5079" y="39115"/>
                  </a:lnTo>
                  <a:lnTo>
                    <a:pt x="5206" y="38988"/>
                  </a:lnTo>
                  <a:lnTo>
                    <a:pt x="5460" y="38735"/>
                  </a:lnTo>
                  <a:lnTo>
                    <a:pt x="5587" y="38735"/>
                  </a:lnTo>
                  <a:lnTo>
                    <a:pt x="5841" y="38481"/>
                  </a:lnTo>
                  <a:lnTo>
                    <a:pt x="5968" y="38353"/>
                  </a:lnTo>
                  <a:lnTo>
                    <a:pt x="6222" y="38226"/>
                  </a:lnTo>
                  <a:lnTo>
                    <a:pt x="6350" y="37973"/>
                  </a:lnTo>
                  <a:lnTo>
                    <a:pt x="6603" y="37846"/>
                  </a:lnTo>
                  <a:lnTo>
                    <a:pt x="6731" y="37719"/>
                  </a:lnTo>
                  <a:lnTo>
                    <a:pt x="6857" y="37591"/>
                  </a:lnTo>
                  <a:lnTo>
                    <a:pt x="7112" y="37464"/>
                  </a:lnTo>
                  <a:lnTo>
                    <a:pt x="7365" y="37211"/>
                  </a:lnTo>
                  <a:lnTo>
                    <a:pt x="7493" y="37084"/>
                  </a:lnTo>
                  <a:lnTo>
                    <a:pt x="7746" y="36957"/>
                  </a:lnTo>
                  <a:lnTo>
                    <a:pt x="7874" y="36830"/>
                  </a:lnTo>
                  <a:lnTo>
                    <a:pt x="8000" y="36702"/>
                  </a:lnTo>
                  <a:lnTo>
                    <a:pt x="8254" y="36449"/>
                  </a:lnTo>
                  <a:lnTo>
                    <a:pt x="8508" y="36322"/>
                  </a:lnTo>
                  <a:lnTo>
                    <a:pt x="8762" y="36068"/>
                  </a:lnTo>
                  <a:lnTo>
                    <a:pt x="8889" y="35940"/>
                  </a:lnTo>
                  <a:lnTo>
                    <a:pt x="9270" y="35687"/>
                  </a:lnTo>
                  <a:lnTo>
                    <a:pt x="9525" y="35433"/>
                  </a:lnTo>
                  <a:lnTo>
                    <a:pt x="9906" y="35178"/>
                  </a:lnTo>
                  <a:lnTo>
                    <a:pt x="10287" y="34925"/>
                  </a:lnTo>
                  <a:lnTo>
                    <a:pt x="10540" y="34671"/>
                  </a:lnTo>
                  <a:lnTo>
                    <a:pt x="10794" y="34544"/>
                  </a:lnTo>
                  <a:lnTo>
                    <a:pt x="10921" y="34416"/>
                  </a:lnTo>
                  <a:lnTo>
                    <a:pt x="11175" y="34162"/>
                  </a:lnTo>
                  <a:lnTo>
                    <a:pt x="11556" y="33909"/>
                  </a:lnTo>
                  <a:lnTo>
                    <a:pt x="11937" y="33655"/>
                  </a:lnTo>
                  <a:lnTo>
                    <a:pt x="12191" y="33400"/>
                  </a:lnTo>
                  <a:lnTo>
                    <a:pt x="12318" y="33274"/>
                  </a:lnTo>
                  <a:lnTo>
                    <a:pt x="12572" y="33147"/>
                  </a:lnTo>
                  <a:lnTo>
                    <a:pt x="12826" y="32893"/>
                  </a:lnTo>
                  <a:lnTo>
                    <a:pt x="12953" y="32765"/>
                  </a:lnTo>
                  <a:lnTo>
                    <a:pt x="13207" y="32638"/>
                  </a:lnTo>
                  <a:lnTo>
                    <a:pt x="13462" y="32385"/>
                  </a:lnTo>
                  <a:lnTo>
                    <a:pt x="13715" y="32258"/>
                  </a:lnTo>
                  <a:lnTo>
                    <a:pt x="13843" y="32131"/>
                  </a:lnTo>
                  <a:lnTo>
                    <a:pt x="14096" y="31876"/>
                  </a:lnTo>
                  <a:lnTo>
                    <a:pt x="14350" y="31750"/>
                  </a:lnTo>
                  <a:lnTo>
                    <a:pt x="14604" y="31496"/>
                  </a:lnTo>
                  <a:lnTo>
                    <a:pt x="14858" y="31369"/>
                  </a:lnTo>
                  <a:lnTo>
                    <a:pt x="15112" y="31241"/>
                  </a:lnTo>
                  <a:lnTo>
                    <a:pt x="15366" y="30987"/>
                  </a:lnTo>
                  <a:lnTo>
                    <a:pt x="15620" y="30861"/>
                  </a:lnTo>
                  <a:lnTo>
                    <a:pt x="15875" y="30607"/>
                  </a:lnTo>
                  <a:lnTo>
                    <a:pt x="16128" y="30480"/>
                  </a:lnTo>
                  <a:lnTo>
                    <a:pt x="16509" y="30225"/>
                  </a:lnTo>
                  <a:lnTo>
                    <a:pt x="16763" y="29972"/>
                  </a:lnTo>
                  <a:lnTo>
                    <a:pt x="17018" y="29845"/>
                  </a:lnTo>
                  <a:lnTo>
                    <a:pt x="17271" y="29590"/>
                  </a:lnTo>
                  <a:lnTo>
                    <a:pt x="17652" y="29463"/>
                  </a:lnTo>
                  <a:lnTo>
                    <a:pt x="17906" y="29210"/>
                  </a:lnTo>
                  <a:lnTo>
                    <a:pt x="18160" y="28956"/>
                  </a:lnTo>
                  <a:lnTo>
                    <a:pt x="18541" y="28828"/>
                  </a:lnTo>
                  <a:lnTo>
                    <a:pt x="18795" y="28575"/>
                  </a:lnTo>
                  <a:lnTo>
                    <a:pt x="19176" y="28321"/>
                  </a:lnTo>
                  <a:lnTo>
                    <a:pt x="19431" y="28194"/>
                  </a:lnTo>
                  <a:lnTo>
                    <a:pt x="19812" y="27939"/>
                  </a:lnTo>
                  <a:lnTo>
                    <a:pt x="20193" y="27686"/>
                  </a:lnTo>
                  <a:lnTo>
                    <a:pt x="20446" y="27432"/>
                  </a:lnTo>
                  <a:lnTo>
                    <a:pt x="20827" y="27305"/>
                  </a:lnTo>
                  <a:lnTo>
                    <a:pt x="21208" y="27050"/>
                  </a:lnTo>
                  <a:lnTo>
                    <a:pt x="21589" y="26797"/>
                  </a:lnTo>
                  <a:lnTo>
                    <a:pt x="21970" y="26543"/>
                  </a:lnTo>
                  <a:lnTo>
                    <a:pt x="22225" y="26288"/>
                  </a:lnTo>
                  <a:lnTo>
                    <a:pt x="22606" y="26035"/>
                  </a:lnTo>
                  <a:lnTo>
                    <a:pt x="22987" y="25781"/>
                  </a:lnTo>
                  <a:lnTo>
                    <a:pt x="23368" y="25653"/>
                  </a:lnTo>
                  <a:lnTo>
                    <a:pt x="23875" y="25400"/>
                  </a:lnTo>
                  <a:lnTo>
                    <a:pt x="24256" y="25146"/>
                  </a:lnTo>
                  <a:lnTo>
                    <a:pt x="24637" y="24891"/>
                  </a:lnTo>
                  <a:lnTo>
                    <a:pt x="25018" y="24637"/>
                  </a:lnTo>
                  <a:lnTo>
                    <a:pt x="25526" y="24384"/>
                  </a:lnTo>
                  <a:lnTo>
                    <a:pt x="25907" y="24130"/>
                  </a:lnTo>
                  <a:lnTo>
                    <a:pt x="26288" y="23875"/>
                  </a:lnTo>
                  <a:lnTo>
                    <a:pt x="26796" y="23622"/>
                  </a:lnTo>
                  <a:lnTo>
                    <a:pt x="27177" y="23368"/>
                  </a:lnTo>
                  <a:lnTo>
                    <a:pt x="27685" y="23113"/>
                  </a:lnTo>
                  <a:lnTo>
                    <a:pt x="28193" y="22860"/>
                  </a:lnTo>
                  <a:lnTo>
                    <a:pt x="28575" y="22606"/>
                  </a:lnTo>
                  <a:lnTo>
                    <a:pt x="29082" y="22351"/>
                  </a:lnTo>
                  <a:lnTo>
                    <a:pt x="29590" y="22098"/>
                  </a:lnTo>
                  <a:lnTo>
                    <a:pt x="30099" y="21844"/>
                  </a:lnTo>
                  <a:lnTo>
                    <a:pt x="30606" y="21589"/>
                  </a:lnTo>
                  <a:lnTo>
                    <a:pt x="31114" y="21209"/>
                  </a:lnTo>
                  <a:lnTo>
                    <a:pt x="31622" y="20955"/>
                  </a:lnTo>
                  <a:lnTo>
                    <a:pt x="32131" y="20700"/>
                  </a:lnTo>
                  <a:lnTo>
                    <a:pt x="32638" y="20447"/>
                  </a:lnTo>
                  <a:lnTo>
                    <a:pt x="33274" y="20193"/>
                  </a:lnTo>
                  <a:lnTo>
                    <a:pt x="33781" y="19938"/>
                  </a:lnTo>
                  <a:lnTo>
                    <a:pt x="34289" y="19685"/>
                  </a:lnTo>
                  <a:lnTo>
                    <a:pt x="34925" y="19431"/>
                  </a:lnTo>
                  <a:lnTo>
                    <a:pt x="35559" y="19050"/>
                  </a:lnTo>
                  <a:lnTo>
                    <a:pt x="36068" y="18796"/>
                  </a:lnTo>
                  <a:lnTo>
                    <a:pt x="36702" y="18541"/>
                  </a:lnTo>
                  <a:lnTo>
                    <a:pt x="37337" y="18287"/>
                  </a:lnTo>
                  <a:lnTo>
                    <a:pt x="37972" y="18034"/>
                  </a:lnTo>
                  <a:lnTo>
                    <a:pt x="38607" y="17780"/>
                  </a:lnTo>
                  <a:lnTo>
                    <a:pt x="39243" y="17399"/>
                  </a:lnTo>
                  <a:lnTo>
                    <a:pt x="39877" y="17145"/>
                  </a:lnTo>
                  <a:lnTo>
                    <a:pt x="40512" y="16890"/>
                  </a:lnTo>
                  <a:lnTo>
                    <a:pt x="41275" y="16637"/>
                  </a:lnTo>
                  <a:lnTo>
                    <a:pt x="41909" y="16383"/>
                  </a:lnTo>
                  <a:lnTo>
                    <a:pt x="42671" y="16128"/>
                  </a:lnTo>
                  <a:lnTo>
                    <a:pt x="43306" y="15748"/>
                  </a:lnTo>
                  <a:lnTo>
                    <a:pt x="44068" y="15494"/>
                  </a:lnTo>
                  <a:lnTo>
                    <a:pt x="44831" y="15239"/>
                  </a:lnTo>
                  <a:lnTo>
                    <a:pt x="45465" y="14986"/>
                  </a:lnTo>
                  <a:lnTo>
                    <a:pt x="46227" y="14732"/>
                  </a:lnTo>
                  <a:lnTo>
                    <a:pt x="47116" y="14477"/>
                  </a:lnTo>
                  <a:lnTo>
                    <a:pt x="47878" y="14224"/>
                  </a:lnTo>
                  <a:lnTo>
                    <a:pt x="48640" y="13843"/>
                  </a:lnTo>
                  <a:lnTo>
                    <a:pt x="49402" y="13588"/>
                  </a:lnTo>
                  <a:lnTo>
                    <a:pt x="50291" y="13335"/>
                  </a:lnTo>
                  <a:lnTo>
                    <a:pt x="51053" y="13081"/>
                  </a:lnTo>
                  <a:lnTo>
                    <a:pt x="51943" y="12826"/>
                  </a:lnTo>
                  <a:lnTo>
                    <a:pt x="52831" y="12573"/>
                  </a:lnTo>
                  <a:lnTo>
                    <a:pt x="53720" y="12319"/>
                  </a:lnTo>
                  <a:lnTo>
                    <a:pt x="54609" y="12064"/>
                  </a:lnTo>
                  <a:lnTo>
                    <a:pt x="55499" y="11811"/>
                  </a:lnTo>
                  <a:lnTo>
                    <a:pt x="56387" y="11557"/>
                  </a:lnTo>
                  <a:lnTo>
                    <a:pt x="57403" y="11302"/>
                  </a:lnTo>
                  <a:lnTo>
                    <a:pt x="58293" y="11049"/>
                  </a:lnTo>
                  <a:lnTo>
                    <a:pt x="59308" y="10795"/>
                  </a:lnTo>
                  <a:lnTo>
                    <a:pt x="60325" y="10540"/>
                  </a:lnTo>
                  <a:lnTo>
                    <a:pt x="61340" y="10287"/>
                  </a:lnTo>
                  <a:lnTo>
                    <a:pt x="62356" y="10033"/>
                  </a:lnTo>
                  <a:lnTo>
                    <a:pt x="63372" y="9778"/>
                  </a:lnTo>
                  <a:lnTo>
                    <a:pt x="64388" y="9525"/>
                  </a:lnTo>
                  <a:lnTo>
                    <a:pt x="65404" y="9271"/>
                  </a:lnTo>
                  <a:lnTo>
                    <a:pt x="66547" y="9016"/>
                  </a:lnTo>
                  <a:lnTo>
                    <a:pt x="67690" y="8762"/>
                  </a:lnTo>
                  <a:lnTo>
                    <a:pt x="68833" y="8509"/>
                  </a:lnTo>
                  <a:lnTo>
                    <a:pt x="69976" y="8382"/>
                  </a:lnTo>
                  <a:lnTo>
                    <a:pt x="71119" y="8127"/>
                  </a:lnTo>
                  <a:lnTo>
                    <a:pt x="72262" y="7874"/>
                  </a:lnTo>
                  <a:lnTo>
                    <a:pt x="73532" y="7620"/>
                  </a:lnTo>
                  <a:lnTo>
                    <a:pt x="74675" y="7365"/>
                  </a:lnTo>
                  <a:lnTo>
                    <a:pt x="75945" y="7238"/>
                  </a:lnTo>
                  <a:lnTo>
                    <a:pt x="77215" y="6985"/>
                  </a:lnTo>
                  <a:lnTo>
                    <a:pt x="78485" y="6731"/>
                  </a:lnTo>
                  <a:lnTo>
                    <a:pt x="79756" y="6603"/>
                  </a:lnTo>
                  <a:lnTo>
                    <a:pt x="81152" y="6350"/>
                  </a:lnTo>
                  <a:lnTo>
                    <a:pt x="82422" y="6096"/>
                  </a:lnTo>
                  <a:lnTo>
                    <a:pt x="83819" y="5969"/>
                  </a:lnTo>
                  <a:lnTo>
                    <a:pt x="85216" y="5714"/>
                  </a:lnTo>
                  <a:lnTo>
                    <a:pt x="86613" y="5587"/>
                  </a:lnTo>
                  <a:lnTo>
                    <a:pt x="88010" y="5334"/>
                  </a:lnTo>
                  <a:lnTo>
                    <a:pt x="89534" y="5207"/>
                  </a:lnTo>
                  <a:lnTo>
                    <a:pt x="90931" y="4952"/>
                  </a:lnTo>
                  <a:lnTo>
                    <a:pt x="92456" y="4825"/>
                  </a:lnTo>
                  <a:lnTo>
                    <a:pt x="93979" y="4572"/>
                  </a:lnTo>
                  <a:lnTo>
                    <a:pt x="95631" y="4445"/>
                  </a:lnTo>
                  <a:lnTo>
                    <a:pt x="97154" y="4190"/>
                  </a:lnTo>
                  <a:lnTo>
                    <a:pt x="98806" y="4063"/>
                  </a:lnTo>
                  <a:lnTo>
                    <a:pt x="100456" y="3937"/>
                  </a:lnTo>
                  <a:lnTo>
                    <a:pt x="102107" y="3683"/>
                  </a:lnTo>
                  <a:lnTo>
                    <a:pt x="103758" y="3556"/>
                  </a:lnTo>
                  <a:lnTo>
                    <a:pt x="105537" y="3428"/>
                  </a:lnTo>
                  <a:lnTo>
                    <a:pt x="107187" y="3301"/>
                  </a:lnTo>
                  <a:lnTo>
                    <a:pt x="108965" y="3175"/>
                  </a:lnTo>
                  <a:lnTo>
                    <a:pt x="110870" y="2921"/>
                  </a:lnTo>
                  <a:lnTo>
                    <a:pt x="112649" y="2794"/>
                  </a:lnTo>
                  <a:lnTo>
                    <a:pt x="114553" y="2666"/>
                  </a:lnTo>
                  <a:lnTo>
                    <a:pt x="116458" y="2539"/>
                  </a:lnTo>
                  <a:lnTo>
                    <a:pt x="118363" y="2412"/>
                  </a:lnTo>
                  <a:lnTo>
                    <a:pt x="120268" y="2286"/>
                  </a:lnTo>
                  <a:lnTo>
                    <a:pt x="122300" y="2159"/>
                  </a:lnTo>
                  <a:lnTo>
                    <a:pt x="124332" y="2032"/>
                  </a:lnTo>
                  <a:lnTo>
                    <a:pt x="126364" y="1905"/>
                  </a:lnTo>
                  <a:lnTo>
                    <a:pt x="128524" y="1777"/>
                  </a:lnTo>
                  <a:lnTo>
                    <a:pt x="130556" y="1777"/>
                  </a:lnTo>
                  <a:lnTo>
                    <a:pt x="132714" y="1650"/>
                  </a:lnTo>
                  <a:lnTo>
                    <a:pt x="135000" y="1524"/>
                  </a:lnTo>
                  <a:lnTo>
                    <a:pt x="137159" y="1397"/>
                  </a:lnTo>
                  <a:lnTo>
                    <a:pt x="139445" y="1397"/>
                  </a:lnTo>
                  <a:lnTo>
                    <a:pt x="141731" y="1270"/>
                  </a:lnTo>
                  <a:lnTo>
                    <a:pt x="144144" y="1143"/>
                  </a:lnTo>
                  <a:lnTo>
                    <a:pt x="146557" y="1143"/>
                  </a:lnTo>
                  <a:lnTo>
                    <a:pt x="148970" y="1015"/>
                  </a:lnTo>
                  <a:lnTo>
                    <a:pt x="151383" y="888"/>
                  </a:lnTo>
                  <a:lnTo>
                    <a:pt x="153924" y="888"/>
                  </a:lnTo>
                  <a:lnTo>
                    <a:pt x="156463" y="762"/>
                  </a:lnTo>
                  <a:lnTo>
                    <a:pt x="159003" y="762"/>
                  </a:lnTo>
                  <a:lnTo>
                    <a:pt x="161670" y="635"/>
                  </a:lnTo>
                  <a:lnTo>
                    <a:pt x="164337" y="635"/>
                  </a:lnTo>
                  <a:lnTo>
                    <a:pt x="167004" y="508"/>
                  </a:lnTo>
                  <a:lnTo>
                    <a:pt x="169799" y="508"/>
                  </a:lnTo>
                  <a:lnTo>
                    <a:pt x="172593" y="381"/>
                  </a:lnTo>
                  <a:lnTo>
                    <a:pt x="175513" y="381"/>
                  </a:lnTo>
                  <a:lnTo>
                    <a:pt x="178434" y="381"/>
                  </a:lnTo>
                  <a:lnTo>
                    <a:pt x="181356" y="253"/>
                  </a:lnTo>
                  <a:lnTo>
                    <a:pt x="184276" y="253"/>
                  </a:lnTo>
                  <a:lnTo>
                    <a:pt x="187325" y="253"/>
                  </a:lnTo>
                  <a:lnTo>
                    <a:pt x="190500" y="253"/>
                  </a:lnTo>
                  <a:lnTo>
                    <a:pt x="193547" y="126"/>
                  </a:lnTo>
                  <a:lnTo>
                    <a:pt x="196850" y="126"/>
                  </a:lnTo>
                  <a:lnTo>
                    <a:pt x="200025" y="126"/>
                  </a:lnTo>
                  <a:lnTo>
                    <a:pt x="203326" y="126"/>
                  </a:lnTo>
                  <a:lnTo>
                    <a:pt x="206756" y="126"/>
                  </a:lnTo>
                  <a:lnTo>
                    <a:pt x="210184" y="0"/>
                  </a:lnTo>
                  <a:lnTo>
                    <a:pt x="286893" y="0"/>
                  </a:lnTo>
                  <a:lnTo>
                    <a:pt x="291591" y="126"/>
                  </a:lnTo>
                  <a:lnTo>
                    <a:pt x="332358" y="126"/>
                  </a:lnTo>
                  <a:lnTo>
                    <a:pt x="337946" y="253"/>
                  </a:lnTo>
                  <a:lnTo>
                    <a:pt x="366775" y="253"/>
                  </a:lnTo>
                  <a:lnTo>
                    <a:pt x="372871" y="381"/>
                  </a:lnTo>
                  <a:lnTo>
                    <a:pt x="404621" y="381"/>
                  </a:lnTo>
                  <a:lnTo>
                    <a:pt x="411352" y="508"/>
                  </a:lnTo>
                  <a:lnTo>
                    <a:pt x="418083" y="508"/>
                  </a:lnTo>
                  <a:lnTo>
                    <a:pt x="424941" y="508"/>
                  </a:lnTo>
                  <a:lnTo>
                    <a:pt x="432053" y="508"/>
                  </a:lnTo>
                  <a:lnTo>
                    <a:pt x="439165" y="508"/>
                  </a:lnTo>
                  <a:lnTo>
                    <a:pt x="446404" y="635"/>
                  </a:lnTo>
                  <a:lnTo>
                    <a:pt x="453770" y="635"/>
                  </a:lnTo>
                  <a:lnTo>
                    <a:pt x="461263" y="635"/>
                  </a:lnTo>
                  <a:lnTo>
                    <a:pt x="468756" y="635"/>
                  </a:lnTo>
                  <a:lnTo>
                    <a:pt x="476631" y="635"/>
                  </a:lnTo>
                  <a:lnTo>
                    <a:pt x="484377" y="762"/>
                  </a:lnTo>
                  <a:lnTo>
                    <a:pt x="492378" y="762"/>
                  </a:lnTo>
                  <a:lnTo>
                    <a:pt x="500633" y="762"/>
                  </a:lnTo>
                  <a:lnTo>
                    <a:pt x="508762" y="762"/>
                  </a:lnTo>
                  <a:lnTo>
                    <a:pt x="517144" y="762"/>
                  </a:lnTo>
                  <a:lnTo>
                    <a:pt x="525779" y="888"/>
                  </a:lnTo>
                  <a:lnTo>
                    <a:pt x="532282" y="888"/>
                  </a:lnTo>
                  <a:lnTo>
                    <a:pt x="538845" y="888"/>
                  </a:lnTo>
                  <a:lnTo>
                    <a:pt x="545478" y="888"/>
                  </a:lnTo>
                  <a:lnTo>
                    <a:pt x="552195" y="888"/>
                  </a:lnTo>
                  <a:lnTo>
                    <a:pt x="559059" y="908"/>
                  </a:lnTo>
                  <a:lnTo>
                    <a:pt x="565959" y="952"/>
                  </a:lnTo>
                  <a:lnTo>
                    <a:pt x="572930" y="996"/>
                  </a:lnTo>
                  <a:lnTo>
                    <a:pt x="580008" y="1015"/>
                  </a:lnTo>
                  <a:lnTo>
                    <a:pt x="587180" y="1017"/>
                  </a:lnTo>
                  <a:lnTo>
                    <a:pt x="594423" y="1031"/>
                  </a:lnTo>
                  <a:lnTo>
                    <a:pt x="601761" y="1069"/>
                  </a:lnTo>
                  <a:lnTo>
                    <a:pt x="609219" y="1143"/>
                  </a:lnTo>
                  <a:lnTo>
                    <a:pt x="616715" y="1143"/>
                  </a:lnTo>
                  <a:lnTo>
                    <a:pt x="624332" y="1143"/>
                  </a:lnTo>
                  <a:lnTo>
                    <a:pt x="632043" y="1143"/>
                  </a:lnTo>
                  <a:lnTo>
                    <a:pt x="639826" y="1143"/>
                  </a:lnTo>
                  <a:lnTo>
                    <a:pt x="647759" y="1216"/>
                  </a:lnTo>
                  <a:lnTo>
                    <a:pt x="655764" y="1254"/>
                  </a:lnTo>
                  <a:lnTo>
                    <a:pt x="663864" y="1268"/>
                  </a:lnTo>
                  <a:lnTo>
                    <a:pt x="672083" y="1270"/>
                  </a:lnTo>
                  <a:lnTo>
                    <a:pt x="680344" y="1271"/>
                  </a:lnTo>
                  <a:lnTo>
                    <a:pt x="688736" y="1285"/>
                  </a:lnTo>
                  <a:lnTo>
                    <a:pt x="697247" y="1323"/>
                  </a:lnTo>
                  <a:lnTo>
                    <a:pt x="705865" y="1397"/>
                  </a:lnTo>
                  <a:lnTo>
                    <a:pt x="714583" y="1397"/>
                  </a:lnTo>
                  <a:lnTo>
                    <a:pt x="723407" y="1397"/>
                  </a:lnTo>
                  <a:lnTo>
                    <a:pt x="732351" y="1397"/>
                  </a:lnTo>
                  <a:lnTo>
                    <a:pt x="741426" y="1397"/>
                  </a:lnTo>
                  <a:lnTo>
                    <a:pt x="750544" y="1470"/>
                  </a:lnTo>
                  <a:lnTo>
                    <a:pt x="759793" y="1508"/>
                  </a:lnTo>
                  <a:lnTo>
                    <a:pt x="769161" y="1522"/>
                  </a:lnTo>
                  <a:lnTo>
                    <a:pt x="778637" y="1524"/>
                  </a:lnTo>
                  <a:lnTo>
                    <a:pt x="788287" y="1597"/>
                  </a:lnTo>
                  <a:lnTo>
                    <a:pt x="798020" y="1635"/>
                  </a:lnTo>
                  <a:lnTo>
                    <a:pt x="807872" y="1649"/>
                  </a:lnTo>
                  <a:lnTo>
                    <a:pt x="817879" y="1650"/>
                  </a:lnTo>
                  <a:lnTo>
                    <a:pt x="827952" y="1670"/>
                  </a:lnTo>
                  <a:lnTo>
                    <a:pt x="838168" y="1714"/>
                  </a:lnTo>
                  <a:lnTo>
                    <a:pt x="848526" y="1758"/>
                  </a:lnTo>
                  <a:lnTo>
                    <a:pt x="859027" y="1777"/>
                  </a:lnTo>
                  <a:lnTo>
                    <a:pt x="869596" y="1779"/>
                  </a:lnTo>
                  <a:lnTo>
                    <a:pt x="880332" y="1793"/>
                  </a:lnTo>
                  <a:lnTo>
                    <a:pt x="891210" y="1831"/>
                  </a:lnTo>
                  <a:lnTo>
                    <a:pt x="902207" y="1905"/>
                  </a:lnTo>
                  <a:lnTo>
                    <a:pt x="913328" y="1906"/>
                  </a:lnTo>
                  <a:lnTo>
                    <a:pt x="924591" y="1920"/>
                  </a:lnTo>
                  <a:lnTo>
                    <a:pt x="935997" y="1958"/>
                  </a:lnTo>
                  <a:lnTo>
                    <a:pt x="947547" y="2032"/>
                  </a:lnTo>
                  <a:lnTo>
                    <a:pt x="959240" y="2033"/>
                  </a:lnTo>
                  <a:lnTo>
                    <a:pt x="971089" y="2047"/>
                  </a:lnTo>
                  <a:lnTo>
                    <a:pt x="983105" y="2085"/>
                  </a:lnTo>
                  <a:lnTo>
                    <a:pt x="995299" y="2159"/>
                  </a:lnTo>
                  <a:lnTo>
                    <a:pt x="1007564" y="2160"/>
                  </a:lnTo>
                  <a:lnTo>
                    <a:pt x="1019984" y="2174"/>
                  </a:lnTo>
                  <a:lnTo>
                    <a:pt x="1032571" y="2212"/>
                  </a:lnTo>
                  <a:lnTo>
                    <a:pt x="1045337" y="2286"/>
                  </a:lnTo>
                  <a:lnTo>
                    <a:pt x="1058195" y="2287"/>
                  </a:lnTo>
                  <a:lnTo>
                    <a:pt x="1071244" y="2301"/>
                  </a:lnTo>
                  <a:lnTo>
                    <a:pt x="1084484" y="2339"/>
                  </a:lnTo>
                  <a:lnTo>
                    <a:pt x="1097914" y="2412"/>
                  </a:lnTo>
                  <a:lnTo>
                    <a:pt x="1111438" y="2432"/>
                  </a:lnTo>
                  <a:lnTo>
                    <a:pt x="1125140" y="2476"/>
                  </a:lnTo>
                  <a:lnTo>
                    <a:pt x="1139009" y="2520"/>
                  </a:lnTo>
                  <a:lnTo>
                    <a:pt x="1153032" y="2539"/>
                  </a:lnTo>
                  <a:lnTo>
                    <a:pt x="1167298" y="2559"/>
                  </a:lnTo>
                  <a:lnTo>
                    <a:pt x="1181719" y="2603"/>
                  </a:lnTo>
                  <a:lnTo>
                    <a:pt x="1196306" y="2647"/>
                  </a:lnTo>
                  <a:lnTo>
                    <a:pt x="1211072" y="2666"/>
                  </a:lnTo>
                  <a:lnTo>
                    <a:pt x="1226026" y="2742"/>
                  </a:lnTo>
                  <a:lnTo>
                    <a:pt x="1241171" y="2794"/>
                  </a:lnTo>
                  <a:lnTo>
                    <a:pt x="1256506" y="2845"/>
                  </a:lnTo>
                  <a:lnTo>
                    <a:pt x="1272031" y="2921"/>
                  </a:lnTo>
                  <a:lnTo>
                    <a:pt x="1287674" y="2940"/>
                  </a:lnTo>
                  <a:lnTo>
                    <a:pt x="1303543" y="2984"/>
                  </a:lnTo>
                  <a:lnTo>
                    <a:pt x="1319627" y="3028"/>
                  </a:lnTo>
                  <a:lnTo>
                    <a:pt x="1335913" y="3048"/>
                  </a:lnTo>
                  <a:lnTo>
                    <a:pt x="1352411" y="3123"/>
                  </a:lnTo>
                  <a:lnTo>
                    <a:pt x="1369123" y="3175"/>
                  </a:lnTo>
                  <a:lnTo>
                    <a:pt x="1386026" y="3226"/>
                  </a:lnTo>
                  <a:lnTo>
                    <a:pt x="1403096" y="3301"/>
                  </a:lnTo>
                  <a:lnTo>
                    <a:pt x="1420433" y="3341"/>
                  </a:lnTo>
                  <a:lnTo>
                    <a:pt x="1437973" y="3333"/>
                  </a:lnTo>
                  <a:lnTo>
                    <a:pt x="1455727" y="3373"/>
                  </a:lnTo>
                  <a:lnTo>
                    <a:pt x="1473707" y="3556"/>
                  </a:lnTo>
                  <a:lnTo>
                    <a:pt x="1491902" y="3635"/>
                  </a:lnTo>
                  <a:lnTo>
                    <a:pt x="1547749" y="5207"/>
                  </a:lnTo>
                  <a:lnTo>
                    <a:pt x="1586245" y="8588"/>
                  </a:lnTo>
                  <a:lnTo>
                    <a:pt x="1625600" y="15875"/>
                  </a:lnTo>
                  <a:lnTo>
                    <a:pt x="1666017" y="29098"/>
                  </a:lnTo>
                  <a:lnTo>
                    <a:pt x="1707388" y="48895"/>
                  </a:lnTo>
                  <a:lnTo>
                    <a:pt x="1749790" y="76977"/>
                  </a:lnTo>
                  <a:lnTo>
                    <a:pt x="1793239" y="112013"/>
                  </a:lnTo>
                  <a:lnTo>
                    <a:pt x="1837801" y="153844"/>
                  </a:lnTo>
                  <a:lnTo>
                    <a:pt x="1883410" y="201295"/>
                  </a:lnTo>
                  <a:lnTo>
                    <a:pt x="1930209" y="253349"/>
                  </a:lnTo>
                  <a:lnTo>
                    <a:pt x="1978152" y="309118"/>
                  </a:lnTo>
                  <a:lnTo>
                    <a:pt x="2027253" y="367776"/>
                  </a:lnTo>
                  <a:lnTo>
                    <a:pt x="2052250" y="398039"/>
                  </a:lnTo>
                  <a:lnTo>
                    <a:pt x="2077592" y="428625"/>
                  </a:lnTo>
                  <a:lnTo>
                    <a:pt x="2103264" y="459595"/>
                  </a:lnTo>
                  <a:lnTo>
                    <a:pt x="2129234" y="491029"/>
                  </a:lnTo>
                  <a:lnTo>
                    <a:pt x="2155513" y="522726"/>
                  </a:lnTo>
                  <a:lnTo>
                    <a:pt x="2182114" y="554482"/>
                  </a:lnTo>
                  <a:lnTo>
                    <a:pt x="2209028" y="586440"/>
                  </a:lnTo>
                  <a:lnTo>
                    <a:pt x="2236263" y="618601"/>
                  </a:lnTo>
                  <a:lnTo>
                    <a:pt x="2263856" y="650833"/>
                  </a:lnTo>
                  <a:lnTo>
                    <a:pt x="2291841" y="683006"/>
                  </a:lnTo>
                  <a:lnTo>
                    <a:pt x="2320109" y="715138"/>
                  </a:lnTo>
                  <a:lnTo>
                    <a:pt x="2348722" y="747283"/>
                  </a:lnTo>
                  <a:lnTo>
                    <a:pt x="2377692" y="779357"/>
                  </a:lnTo>
                  <a:lnTo>
                    <a:pt x="2407030" y="811276"/>
                  </a:lnTo>
                  <a:lnTo>
                    <a:pt x="2436729" y="843033"/>
                  </a:lnTo>
                  <a:lnTo>
                    <a:pt x="2466784" y="874649"/>
                  </a:lnTo>
                  <a:lnTo>
                    <a:pt x="2497220" y="906073"/>
                  </a:lnTo>
                  <a:lnTo>
                    <a:pt x="2528062" y="937260"/>
                  </a:lnTo>
                  <a:lnTo>
                    <a:pt x="2559284" y="968230"/>
                  </a:lnTo>
                  <a:lnTo>
                    <a:pt x="2590863" y="998997"/>
                  </a:lnTo>
                  <a:lnTo>
                    <a:pt x="2622823" y="1029503"/>
                  </a:lnTo>
                  <a:lnTo>
                    <a:pt x="2655189" y="1059688"/>
                  </a:lnTo>
                  <a:lnTo>
                    <a:pt x="2687956" y="1089568"/>
                  </a:lnTo>
                  <a:lnTo>
                    <a:pt x="2721117" y="1119187"/>
                  </a:lnTo>
                  <a:lnTo>
                    <a:pt x="2754683" y="1148520"/>
                  </a:lnTo>
                  <a:lnTo>
                    <a:pt x="2788666" y="1177544"/>
                  </a:lnTo>
                  <a:lnTo>
                    <a:pt x="2823075" y="1206162"/>
                  </a:lnTo>
                  <a:lnTo>
                    <a:pt x="2857912" y="1234471"/>
                  </a:lnTo>
                  <a:lnTo>
                    <a:pt x="2893179" y="1262447"/>
                  </a:lnTo>
                  <a:lnTo>
                    <a:pt x="2928874" y="1290066"/>
                  </a:lnTo>
                  <a:lnTo>
                    <a:pt x="2965001" y="1317402"/>
                  </a:lnTo>
                  <a:lnTo>
                    <a:pt x="3001581" y="1344358"/>
                  </a:lnTo>
                  <a:lnTo>
                    <a:pt x="3038637" y="1370933"/>
                  </a:lnTo>
                  <a:lnTo>
                    <a:pt x="3076193" y="1397127"/>
                  </a:lnTo>
                  <a:lnTo>
                    <a:pt x="3114133" y="1423035"/>
                  </a:lnTo>
                  <a:lnTo>
                    <a:pt x="3152536" y="1448562"/>
                  </a:lnTo>
                  <a:lnTo>
                    <a:pt x="3191440" y="1473708"/>
                  </a:lnTo>
                  <a:lnTo>
                    <a:pt x="3230879" y="1498473"/>
                  </a:lnTo>
                  <a:lnTo>
                    <a:pt x="3270065" y="1522422"/>
                  </a:lnTo>
                  <a:lnTo>
                    <a:pt x="3309286" y="1545764"/>
                  </a:lnTo>
                  <a:lnTo>
                    <a:pt x="3349912" y="1569178"/>
                  </a:lnTo>
                  <a:lnTo>
                    <a:pt x="3393313" y="1593342"/>
                  </a:lnTo>
                  <a:lnTo>
                    <a:pt x="3440503" y="1618829"/>
                  </a:lnTo>
                  <a:lnTo>
                    <a:pt x="3490610" y="1645126"/>
                  </a:lnTo>
                  <a:lnTo>
                    <a:pt x="3541885" y="1671280"/>
                  </a:lnTo>
                  <a:lnTo>
                    <a:pt x="3592576" y="1696339"/>
                  </a:lnTo>
                  <a:lnTo>
                    <a:pt x="3642391" y="1720117"/>
                  </a:lnTo>
                  <a:lnTo>
                    <a:pt x="3692207" y="1743122"/>
                  </a:lnTo>
                  <a:lnTo>
                    <a:pt x="3742023" y="1765436"/>
                  </a:lnTo>
                  <a:lnTo>
                    <a:pt x="3791839" y="1787144"/>
                  </a:lnTo>
                  <a:lnTo>
                    <a:pt x="3841654" y="1808112"/>
                  </a:lnTo>
                  <a:lnTo>
                    <a:pt x="3891470" y="1828403"/>
                  </a:lnTo>
                  <a:lnTo>
                    <a:pt x="3941286" y="1848098"/>
                  </a:lnTo>
                  <a:lnTo>
                    <a:pt x="3991102" y="1867281"/>
                  </a:lnTo>
                  <a:lnTo>
                    <a:pt x="4040919" y="1885912"/>
                  </a:lnTo>
                  <a:lnTo>
                    <a:pt x="4090749" y="1903936"/>
                  </a:lnTo>
                  <a:lnTo>
                    <a:pt x="4140602" y="1921412"/>
                  </a:lnTo>
                  <a:lnTo>
                    <a:pt x="4190492" y="1938401"/>
                  </a:lnTo>
                  <a:lnTo>
                    <a:pt x="4240307" y="1954984"/>
                  </a:lnTo>
                  <a:lnTo>
                    <a:pt x="4290123" y="1971055"/>
                  </a:lnTo>
                  <a:lnTo>
                    <a:pt x="4339939" y="1986674"/>
                  </a:lnTo>
                  <a:lnTo>
                    <a:pt x="4389755" y="2001901"/>
                  </a:lnTo>
                  <a:lnTo>
                    <a:pt x="4439570" y="2016644"/>
                  </a:lnTo>
                  <a:lnTo>
                    <a:pt x="4489386" y="2030984"/>
                  </a:lnTo>
                  <a:lnTo>
                    <a:pt x="4539202" y="2044942"/>
                  </a:lnTo>
                  <a:lnTo>
                    <a:pt x="4589018" y="2058543"/>
                  </a:lnTo>
                  <a:lnTo>
                    <a:pt x="4638833" y="2071786"/>
                  </a:lnTo>
                  <a:lnTo>
                    <a:pt x="4688649" y="2084673"/>
                  </a:lnTo>
                  <a:lnTo>
                    <a:pt x="4738465" y="2097226"/>
                  </a:lnTo>
                  <a:lnTo>
                    <a:pt x="4788281" y="2109470"/>
                  </a:lnTo>
                  <a:lnTo>
                    <a:pt x="4838116" y="2121404"/>
                  </a:lnTo>
                  <a:lnTo>
                    <a:pt x="4887976" y="2133028"/>
                  </a:lnTo>
                  <a:lnTo>
                    <a:pt x="4937835" y="2144367"/>
                  </a:lnTo>
                  <a:lnTo>
                    <a:pt x="4987671" y="2155444"/>
                  </a:lnTo>
                  <a:lnTo>
                    <a:pt x="5037486" y="2166237"/>
                  </a:lnTo>
                  <a:lnTo>
                    <a:pt x="5087302" y="2176732"/>
                  </a:lnTo>
                  <a:lnTo>
                    <a:pt x="5137118" y="2186965"/>
                  </a:lnTo>
                  <a:lnTo>
                    <a:pt x="5186933" y="2196973"/>
                  </a:lnTo>
                  <a:lnTo>
                    <a:pt x="5236749" y="2206761"/>
                  </a:lnTo>
                  <a:lnTo>
                    <a:pt x="5286565" y="2216324"/>
                  </a:lnTo>
                  <a:lnTo>
                    <a:pt x="5336381" y="2225673"/>
                  </a:lnTo>
                  <a:lnTo>
                    <a:pt x="5386197" y="2234819"/>
                  </a:lnTo>
                  <a:lnTo>
                    <a:pt x="5436012" y="2243677"/>
                  </a:lnTo>
                  <a:lnTo>
                    <a:pt x="5485828" y="2252345"/>
                  </a:lnTo>
                  <a:lnTo>
                    <a:pt x="5535644" y="2260822"/>
                  </a:lnTo>
                  <a:lnTo>
                    <a:pt x="5585459" y="2269109"/>
                  </a:lnTo>
                  <a:lnTo>
                    <a:pt x="5635295" y="2277280"/>
                  </a:lnTo>
                  <a:lnTo>
                    <a:pt x="5685155" y="2285238"/>
                  </a:lnTo>
                  <a:lnTo>
                    <a:pt x="5735014" y="2293004"/>
                  </a:lnTo>
                  <a:lnTo>
                    <a:pt x="5784850" y="2300605"/>
                  </a:lnTo>
                  <a:lnTo>
                    <a:pt x="5834665" y="2308038"/>
                  </a:lnTo>
                  <a:lnTo>
                    <a:pt x="5884481" y="2315305"/>
                  </a:lnTo>
                  <a:lnTo>
                    <a:pt x="5934297" y="2322429"/>
                  </a:lnTo>
                  <a:lnTo>
                    <a:pt x="5984112" y="2329434"/>
                  </a:lnTo>
                  <a:lnTo>
                    <a:pt x="6033928" y="2336240"/>
                  </a:lnTo>
                  <a:lnTo>
                    <a:pt x="6083744" y="2342927"/>
                  </a:lnTo>
                  <a:lnTo>
                    <a:pt x="6133560" y="2349472"/>
                  </a:lnTo>
                  <a:lnTo>
                    <a:pt x="6183376" y="2355850"/>
                  </a:lnTo>
                  <a:lnTo>
                    <a:pt x="6233191" y="2362162"/>
                  </a:lnTo>
                  <a:lnTo>
                    <a:pt x="6283007" y="2368343"/>
                  </a:lnTo>
                  <a:lnTo>
                    <a:pt x="6332823" y="2374405"/>
                  </a:lnTo>
                  <a:lnTo>
                    <a:pt x="6382638" y="2380361"/>
                  </a:lnTo>
                  <a:lnTo>
                    <a:pt x="6432474" y="2386123"/>
                  </a:lnTo>
                  <a:lnTo>
                    <a:pt x="6482333" y="2391791"/>
                  </a:lnTo>
                  <a:lnTo>
                    <a:pt x="6532193" y="2397363"/>
                  </a:lnTo>
                  <a:lnTo>
                    <a:pt x="6582029" y="2402840"/>
                  </a:lnTo>
                  <a:lnTo>
                    <a:pt x="6631826" y="2408221"/>
                  </a:lnTo>
                  <a:lnTo>
                    <a:pt x="6681612" y="2413508"/>
                  </a:lnTo>
                  <a:lnTo>
                    <a:pt x="6731422" y="2418699"/>
                  </a:lnTo>
                  <a:lnTo>
                    <a:pt x="6781292" y="2423795"/>
                  </a:lnTo>
                  <a:lnTo>
                    <a:pt x="6831107" y="2428795"/>
                  </a:lnTo>
                  <a:lnTo>
                    <a:pt x="6863461" y="2431981"/>
                  </a:lnTo>
                </a:path>
              </a:pathLst>
            </a:custGeom>
            <a:ln w="2222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6" name="object 486"/>
            <p:cNvSpPr/>
            <p:nvPr/>
          </p:nvSpPr>
          <p:spPr>
            <a:xfrm>
              <a:off x="2457323" y="3015488"/>
              <a:ext cx="6863715" cy="2472055"/>
            </a:xfrm>
            <a:custGeom>
              <a:avLst/>
              <a:gdLst/>
              <a:ahLst/>
              <a:cxnLst/>
              <a:rect l="l" t="t" r="r" b="b"/>
              <a:pathLst>
                <a:path w="6863715" h="2472054">
                  <a:moveTo>
                    <a:pt x="0" y="56007"/>
                  </a:moveTo>
                  <a:lnTo>
                    <a:pt x="0" y="55879"/>
                  </a:lnTo>
                  <a:lnTo>
                    <a:pt x="126" y="55625"/>
                  </a:lnTo>
                  <a:lnTo>
                    <a:pt x="253" y="55372"/>
                  </a:lnTo>
                  <a:lnTo>
                    <a:pt x="381" y="55245"/>
                  </a:lnTo>
                  <a:lnTo>
                    <a:pt x="381" y="55117"/>
                  </a:lnTo>
                  <a:lnTo>
                    <a:pt x="507" y="54863"/>
                  </a:lnTo>
                  <a:lnTo>
                    <a:pt x="507" y="54610"/>
                  </a:lnTo>
                  <a:lnTo>
                    <a:pt x="634" y="54356"/>
                  </a:lnTo>
                  <a:lnTo>
                    <a:pt x="634" y="54228"/>
                  </a:lnTo>
                  <a:lnTo>
                    <a:pt x="762" y="54228"/>
                  </a:lnTo>
                  <a:lnTo>
                    <a:pt x="762" y="53975"/>
                  </a:lnTo>
                  <a:lnTo>
                    <a:pt x="888" y="53721"/>
                  </a:lnTo>
                  <a:lnTo>
                    <a:pt x="1015" y="53466"/>
                  </a:lnTo>
                  <a:lnTo>
                    <a:pt x="1015" y="53212"/>
                  </a:lnTo>
                  <a:lnTo>
                    <a:pt x="1143" y="53086"/>
                  </a:lnTo>
                  <a:lnTo>
                    <a:pt x="1143" y="52832"/>
                  </a:lnTo>
                  <a:lnTo>
                    <a:pt x="1269" y="52704"/>
                  </a:lnTo>
                  <a:lnTo>
                    <a:pt x="1269" y="52450"/>
                  </a:lnTo>
                  <a:lnTo>
                    <a:pt x="1396" y="52197"/>
                  </a:lnTo>
                  <a:lnTo>
                    <a:pt x="1524" y="52070"/>
                  </a:lnTo>
                  <a:lnTo>
                    <a:pt x="1524" y="51942"/>
                  </a:lnTo>
                  <a:lnTo>
                    <a:pt x="1524" y="51688"/>
                  </a:lnTo>
                  <a:lnTo>
                    <a:pt x="1650" y="51435"/>
                  </a:lnTo>
                  <a:lnTo>
                    <a:pt x="1777" y="51181"/>
                  </a:lnTo>
                  <a:lnTo>
                    <a:pt x="1904" y="51053"/>
                  </a:lnTo>
                  <a:lnTo>
                    <a:pt x="1904" y="50800"/>
                  </a:lnTo>
                  <a:lnTo>
                    <a:pt x="2031" y="50800"/>
                  </a:lnTo>
                  <a:lnTo>
                    <a:pt x="2031" y="50546"/>
                  </a:lnTo>
                  <a:lnTo>
                    <a:pt x="2158" y="50291"/>
                  </a:lnTo>
                  <a:lnTo>
                    <a:pt x="2285" y="50037"/>
                  </a:lnTo>
                  <a:lnTo>
                    <a:pt x="2412" y="49911"/>
                  </a:lnTo>
                  <a:lnTo>
                    <a:pt x="2539" y="49657"/>
                  </a:lnTo>
                  <a:lnTo>
                    <a:pt x="2539" y="49529"/>
                  </a:lnTo>
                  <a:lnTo>
                    <a:pt x="2666" y="49275"/>
                  </a:lnTo>
                  <a:lnTo>
                    <a:pt x="2793" y="49149"/>
                  </a:lnTo>
                  <a:lnTo>
                    <a:pt x="2920" y="48895"/>
                  </a:lnTo>
                  <a:lnTo>
                    <a:pt x="2920" y="48767"/>
                  </a:lnTo>
                  <a:lnTo>
                    <a:pt x="3047" y="48513"/>
                  </a:lnTo>
                  <a:lnTo>
                    <a:pt x="3175" y="48513"/>
                  </a:lnTo>
                  <a:lnTo>
                    <a:pt x="3301" y="48260"/>
                  </a:lnTo>
                  <a:lnTo>
                    <a:pt x="3428" y="48006"/>
                  </a:lnTo>
                  <a:lnTo>
                    <a:pt x="3428" y="47878"/>
                  </a:lnTo>
                  <a:lnTo>
                    <a:pt x="3556" y="47878"/>
                  </a:lnTo>
                  <a:lnTo>
                    <a:pt x="3682" y="47625"/>
                  </a:lnTo>
                  <a:lnTo>
                    <a:pt x="3809" y="47371"/>
                  </a:lnTo>
                  <a:lnTo>
                    <a:pt x="3937" y="47371"/>
                  </a:lnTo>
                  <a:lnTo>
                    <a:pt x="4063" y="47116"/>
                  </a:lnTo>
                  <a:lnTo>
                    <a:pt x="4318" y="46862"/>
                  </a:lnTo>
                  <a:lnTo>
                    <a:pt x="4444" y="46609"/>
                  </a:lnTo>
                  <a:lnTo>
                    <a:pt x="4699" y="46354"/>
                  </a:lnTo>
                  <a:lnTo>
                    <a:pt x="4825" y="46100"/>
                  </a:lnTo>
                  <a:lnTo>
                    <a:pt x="5079" y="45974"/>
                  </a:lnTo>
                  <a:lnTo>
                    <a:pt x="5206" y="45847"/>
                  </a:lnTo>
                  <a:lnTo>
                    <a:pt x="5333" y="45592"/>
                  </a:lnTo>
                  <a:lnTo>
                    <a:pt x="5587" y="45465"/>
                  </a:lnTo>
                  <a:lnTo>
                    <a:pt x="5841" y="45212"/>
                  </a:lnTo>
                  <a:lnTo>
                    <a:pt x="5968" y="45085"/>
                  </a:lnTo>
                  <a:lnTo>
                    <a:pt x="6222" y="44831"/>
                  </a:lnTo>
                  <a:lnTo>
                    <a:pt x="6350" y="44703"/>
                  </a:lnTo>
                  <a:lnTo>
                    <a:pt x="6603" y="44576"/>
                  </a:lnTo>
                  <a:lnTo>
                    <a:pt x="6731" y="44450"/>
                  </a:lnTo>
                  <a:lnTo>
                    <a:pt x="6984" y="44196"/>
                  </a:lnTo>
                  <a:lnTo>
                    <a:pt x="7112" y="44196"/>
                  </a:lnTo>
                  <a:lnTo>
                    <a:pt x="7365" y="43941"/>
                  </a:lnTo>
                  <a:lnTo>
                    <a:pt x="7493" y="43941"/>
                  </a:lnTo>
                  <a:lnTo>
                    <a:pt x="7746" y="43687"/>
                  </a:lnTo>
                  <a:lnTo>
                    <a:pt x="7874" y="43687"/>
                  </a:lnTo>
                  <a:lnTo>
                    <a:pt x="8000" y="43434"/>
                  </a:lnTo>
                  <a:lnTo>
                    <a:pt x="8254" y="43307"/>
                  </a:lnTo>
                  <a:lnTo>
                    <a:pt x="8381" y="43307"/>
                  </a:lnTo>
                  <a:lnTo>
                    <a:pt x="8508" y="43179"/>
                  </a:lnTo>
                  <a:lnTo>
                    <a:pt x="8762" y="43052"/>
                  </a:lnTo>
                  <a:lnTo>
                    <a:pt x="9016" y="42925"/>
                  </a:lnTo>
                  <a:lnTo>
                    <a:pt x="9143" y="42799"/>
                  </a:lnTo>
                  <a:lnTo>
                    <a:pt x="9397" y="42672"/>
                  </a:lnTo>
                  <a:lnTo>
                    <a:pt x="9525" y="42545"/>
                  </a:lnTo>
                  <a:lnTo>
                    <a:pt x="9778" y="42417"/>
                  </a:lnTo>
                  <a:lnTo>
                    <a:pt x="9906" y="42290"/>
                  </a:lnTo>
                  <a:lnTo>
                    <a:pt x="10159" y="42163"/>
                  </a:lnTo>
                  <a:lnTo>
                    <a:pt x="10287" y="42037"/>
                  </a:lnTo>
                  <a:lnTo>
                    <a:pt x="10540" y="42037"/>
                  </a:lnTo>
                  <a:lnTo>
                    <a:pt x="10668" y="41910"/>
                  </a:lnTo>
                  <a:lnTo>
                    <a:pt x="10921" y="41783"/>
                  </a:lnTo>
                  <a:lnTo>
                    <a:pt x="11049" y="41783"/>
                  </a:lnTo>
                  <a:lnTo>
                    <a:pt x="11302" y="41528"/>
                  </a:lnTo>
                  <a:lnTo>
                    <a:pt x="11556" y="41401"/>
                  </a:lnTo>
                  <a:lnTo>
                    <a:pt x="11810" y="41275"/>
                  </a:lnTo>
                  <a:lnTo>
                    <a:pt x="12064" y="41148"/>
                  </a:lnTo>
                  <a:lnTo>
                    <a:pt x="12318" y="41021"/>
                  </a:lnTo>
                  <a:lnTo>
                    <a:pt x="12572" y="40894"/>
                  </a:lnTo>
                  <a:lnTo>
                    <a:pt x="12826" y="40766"/>
                  </a:lnTo>
                  <a:lnTo>
                    <a:pt x="13081" y="40639"/>
                  </a:lnTo>
                  <a:lnTo>
                    <a:pt x="13462" y="40386"/>
                  </a:lnTo>
                  <a:lnTo>
                    <a:pt x="13715" y="40259"/>
                  </a:lnTo>
                  <a:lnTo>
                    <a:pt x="13969" y="40132"/>
                  </a:lnTo>
                  <a:lnTo>
                    <a:pt x="14224" y="40004"/>
                  </a:lnTo>
                  <a:lnTo>
                    <a:pt x="14477" y="39877"/>
                  </a:lnTo>
                  <a:lnTo>
                    <a:pt x="14858" y="39750"/>
                  </a:lnTo>
                  <a:lnTo>
                    <a:pt x="15112" y="39624"/>
                  </a:lnTo>
                  <a:lnTo>
                    <a:pt x="15366" y="39497"/>
                  </a:lnTo>
                  <a:lnTo>
                    <a:pt x="15493" y="39370"/>
                  </a:lnTo>
                  <a:lnTo>
                    <a:pt x="15747" y="39242"/>
                  </a:lnTo>
                  <a:lnTo>
                    <a:pt x="15875" y="39242"/>
                  </a:lnTo>
                  <a:lnTo>
                    <a:pt x="16128" y="39115"/>
                  </a:lnTo>
                  <a:lnTo>
                    <a:pt x="16382" y="38988"/>
                  </a:lnTo>
                  <a:lnTo>
                    <a:pt x="16763" y="38735"/>
                  </a:lnTo>
                  <a:lnTo>
                    <a:pt x="17144" y="38608"/>
                  </a:lnTo>
                  <a:lnTo>
                    <a:pt x="17399" y="38481"/>
                  </a:lnTo>
                  <a:lnTo>
                    <a:pt x="17525" y="38353"/>
                  </a:lnTo>
                  <a:lnTo>
                    <a:pt x="17779" y="38353"/>
                  </a:lnTo>
                  <a:lnTo>
                    <a:pt x="18033" y="38226"/>
                  </a:lnTo>
                  <a:lnTo>
                    <a:pt x="18414" y="37973"/>
                  </a:lnTo>
                  <a:lnTo>
                    <a:pt x="18668" y="37846"/>
                  </a:lnTo>
                  <a:lnTo>
                    <a:pt x="18922" y="37719"/>
                  </a:lnTo>
                  <a:lnTo>
                    <a:pt x="19176" y="37591"/>
                  </a:lnTo>
                  <a:lnTo>
                    <a:pt x="19557" y="37464"/>
                  </a:lnTo>
                  <a:lnTo>
                    <a:pt x="19812" y="37337"/>
                  </a:lnTo>
                  <a:lnTo>
                    <a:pt x="20065" y="37211"/>
                  </a:lnTo>
                  <a:lnTo>
                    <a:pt x="20319" y="37084"/>
                  </a:lnTo>
                  <a:lnTo>
                    <a:pt x="20574" y="36957"/>
                  </a:lnTo>
                  <a:lnTo>
                    <a:pt x="20827" y="36829"/>
                  </a:lnTo>
                  <a:lnTo>
                    <a:pt x="21081" y="36702"/>
                  </a:lnTo>
                  <a:lnTo>
                    <a:pt x="21335" y="36575"/>
                  </a:lnTo>
                  <a:lnTo>
                    <a:pt x="21589" y="36449"/>
                  </a:lnTo>
                  <a:lnTo>
                    <a:pt x="21843" y="36322"/>
                  </a:lnTo>
                  <a:lnTo>
                    <a:pt x="22097" y="36195"/>
                  </a:lnTo>
                  <a:lnTo>
                    <a:pt x="22351" y="36067"/>
                  </a:lnTo>
                  <a:lnTo>
                    <a:pt x="22606" y="35940"/>
                  </a:lnTo>
                  <a:lnTo>
                    <a:pt x="22859" y="35813"/>
                  </a:lnTo>
                  <a:lnTo>
                    <a:pt x="23113" y="35687"/>
                  </a:lnTo>
                  <a:lnTo>
                    <a:pt x="23494" y="35560"/>
                  </a:lnTo>
                  <a:lnTo>
                    <a:pt x="23749" y="35433"/>
                  </a:lnTo>
                  <a:lnTo>
                    <a:pt x="24002" y="35306"/>
                  </a:lnTo>
                  <a:lnTo>
                    <a:pt x="24256" y="35178"/>
                  </a:lnTo>
                  <a:lnTo>
                    <a:pt x="24637" y="35051"/>
                  </a:lnTo>
                  <a:lnTo>
                    <a:pt x="24891" y="34798"/>
                  </a:lnTo>
                  <a:lnTo>
                    <a:pt x="25145" y="34671"/>
                  </a:lnTo>
                  <a:lnTo>
                    <a:pt x="25526" y="34544"/>
                  </a:lnTo>
                  <a:lnTo>
                    <a:pt x="25781" y="34416"/>
                  </a:lnTo>
                  <a:lnTo>
                    <a:pt x="26162" y="34289"/>
                  </a:lnTo>
                  <a:lnTo>
                    <a:pt x="26415" y="34162"/>
                  </a:lnTo>
                  <a:lnTo>
                    <a:pt x="26796" y="34036"/>
                  </a:lnTo>
                  <a:lnTo>
                    <a:pt x="27050" y="33782"/>
                  </a:lnTo>
                  <a:lnTo>
                    <a:pt x="27431" y="33654"/>
                  </a:lnTo>
                  <a:lnTo>
                    <a:pt x="27685" y="33527"/>
                  </a:lnTo>
                  <a:lnTo>
                    <a:pt x="28066" y="33400"/>
                  </a:lnTo>
                  <a:lnTo>
                    <a:pt x="28447" y="33147"/>
                  </a:lnTo>
                  <a:lnTo>
                    <a:pt x="28701" y="33020"/>
                  </a:lnTo>
                  <a:lnTo>
                    <a:pt x="29082" y="32892"/>
                  </a:lnTo>
                  <a:lnTo>
                    <a:pt x="29463" y="32765"/>
                  </a:lnTo>
                  <a:lnTo>
                    <a:pt x="29718" y="32512"/>
                  </a:lnTo>
                  <a:lnTo>
                    <a:pt x="30099" y="32385"/>
                  </a:lnTo>
                  <a:lnTo>
                    <a:pt x="30479" y="32258"/>
                  </a:lnTo>
                  <a:lnTo>
                    <a:pt x="30860" y="32003"/>
                  </a:lnTo>
                  <a:lnTo>
                    <a:pt x="31241" y="31876"/>
                  </a:lnTo>
                  <a:lnTo>
                    <a:pt x="31622" y="31750"/>
                  </a:lnTo>
                  <a:lnTo>
                    <a:pt x="32003" y="31496"/>
                  </a:lnTo>
                  <a:lnTo>
                    <a:pt x="32384" y="31369"/>
                  </a:lnTo>
                  <a:lnTo>
                    <a:pt x="32765" y="31241"/>
                  </a:lnTo>
                  <a:lnTo>
                    <a:pt x="33146" y="30987"/>
                  </a:lnTo>
                  <a:lnTo>
                    <a:pt x="33527" y="30861"/>
                  </a:lnTo>
                  <a:lnTo>
                    <a:pt x="33908" y="30607"/>
                  </a:lnTo>
                  <a:lnTo>
                    <a:pt x="34289" y="30479"/>
                  </a:lnTo>
                  <a:lnTo>
                    <a:pt x="34797" y="30352"/>
                  </a:lnTo>
                  <a:lnTo>
                    <a:pt x="35178" y="30099"/>
                  </a:lnTo>
                  <a:lnTo>
                    <a:pt x="35559" y="29972"/>
                  </a:lnTo>
                  <a:lnTo>
                    <a:pt x="35940" y="29717"/>
                  </a:lnTo>
                  <a:lnTo>
                    <a:pt x="36449" y="29590"/>
                  </a:lnTo>
                  <a:lnTo>
                    <a:pt x="36829" y="29337"/>
                  </a:lnTo>
                  <a:lnTo>
                    <a:pt x="37337" y="29210"/>
                  </a:lnTo>
                  <a:lnTo>
                    <a:pt x="37718" y="28956"/>
                  </a:lnTo>
                  <a:lnTo>
                    <a:pt x="38226" y="28828"/>
                  </a:lnTo>
                  <a:lnTo>
                    <a:pt x="38607" y="28575"/>
                  </a:lnTo>
                  <a:lnTo>
                    <a:pt x="39115" y="28448"/>
                  </a:lnTo>
                  <a:lnTo>
                    <a:pt x="39624" y="28194"/>
                  </a:lnTo>
                  <a:lnTo>
                    <a:pt x="40004" y="28066"/>
                  </a:lnTo>
                  <a:lnTo>
                    <a:pt x="40512" y="27812"/>
                  </a:lnTo>
                  <a:lnTo>
                    <a:pt x="41020" y="27559"/>
                  </a:lnTo>
                  <a:lnTo>
                    <a:pt x="41528" y="27432"/>
                  </a:lnTo>
                  <a:lnTo>
                    <a:pt x="42037" y="27177"/>
                  </a:lnTo>
                  <a:lnTo>
                    <a:pt x="42418" y="27050"/>
                  </a:lnTo>
                  <a:lnTo>
                    <a:pt x="42925" y="26797"/>
                  </a:lnTo>
                  <a:lnTo>
                    <a:pt x="43433" y="26542"/>
                  </a:lnTo>
                  <a:lnTo>
                    <a:pt x="44068" y="26415"/>
                  </a:lnTo>
                  <a:lnTo>
                    <a:pt x="44576" y="26162"/>
                  </a:lnTo>
                  <a:lnTo>
                    <a:pt x="45084" y="25908"/>
                  </a:lnTo>
                  <a:lnTo>
                    <a:pt x="45593" y="25781"/>
                  </a:lnTo>
                  <a:lnTo>
                    <a:pt x="46100" y="25526"/>
                  </a:lnTo>
                  <a:lnTo>
                    <a:pt x="46735" y="25400"/>
                  </a:lnTo>
                  <a:lnTo>
                    <a:pt x="47243" y="25146"/>
                  </a:lnTo>
                  <a:lnTo>
                    <a:pt x="47751" y="24891"/>
                  </a:lnTo>
                  <a:lnTo>
                    <a:pt x="48387" y="24764"/>
                  </a:lnTo>
                  <a:lnTo>
                    <a:pt x="48894" y="24511"/>
                  </a:lnTo>
                  <a:lnTo>
                    <a:pt x="49529" y="24257"/>
                  </a:lnTo>
                  <a:lnTo>
                    <a:pt x="50164" y="24129"/>
                  </a:lnTo>
                  <a:lnTo>
                    <a:pt x="50672" y="23875"/>
                  </a:lnTo>
                  <a:lnTo>
                    <a:pt x="51307" y="23622"/>
                  </a:lnTo>
                  <a:lnTo>
                    <a:pt x="51943" y="23367"/>
                  </a:lnTo>
                  <a:lnTo>
                    <a:pt x="52450" y="23240"/>
                  </a:lnTo>
                  <a:lnTo>
                    <a:pt x="53085" y="22987"/>
                  </a:lnTo>
                  <a:lnTo>
                    <a:pt x="53720" y="22860"/>
                  </a:lnTo>
                  <a:lnTo>
                    <a:pt x="54356" y="22606"/>
                  </a:lnTo>
                  <a:lnTo>
                    <a:pt x="54990" y="22351"/>
                  </a:lnTo>
                  <a:lnTo>
                    <a:pt x="55625" y="22098"/>
                  </a:lnTo>
                  <a:lnTo>
                    <a:pt x="56387" y="21971"/>
                  </a:lnTo>
                  <a:lnTo>
                    <a:pt x="57022" y="21716"/>
                  </a:lnTo>
                  <a:lnTo>
                    <a:pt x="57657" y="21462"/>
                  </a:lnTo>
                  <a:lnTo>
                    <a:pt x="58419" y="21336"/>
                  </a:lnTo>
                  <a:lnTo>
                    <a:pt x="59054" y="21082"/>
                  </a:lnTo>
                  <a:lnTo>
                    <a:pt x="59689" y="20827"/>
                  </a:lnTo>
                  <a:lnTo>
                    <a:pt x="60451" y="20700"/>
                  </a:lnTo>
                  <a:lnTo>
                    <a:pt x="61213" y="20447"/>
                  </a:lnTo>
                  <a:lnTo>
                    <a:pt x="61849" y="20192"/>
                  </a:lnTo>
                  <a:lnTo>
                    <a:pt x="62610" y="19938"/>
                  </a:lnTo>
                  <a:lnTo>
                    <a:pt x="63372" y="19812"/>
                  </a:lnTo>
                  <a:lnTo>
                    <a:pt x="64134" y="19558"/>
                  </a:lnTo>
                  <a:lnTo>
                    <a:pt x="64896" y="19431"/>
                  </a:lnTo>
                  <a:lnTo>
                    <a:pt x="65658" y="19176"/>
                  </a:lnTo>
                  <a:lnTo>
                    <a:pt x="66420" y="18923"/>
                  </a:lnTo>
                  <a:lnTo>
                    <a:pt x="67182" y="18796"/>
                  </a:lnTo>
                  <a:lnTo>
                    <a:pt x="67944" y="18541"/>
                  </a:lnTo>
                  <a:lnTo>
                    <a:pt x="68833" y="18287"/>
                  </a:lnTo>
                  <a:lnTo>
                    <a:pt x="69595" y="18161"/>
                  </a:lnTo>
                  <a:lnTo>
                    <a:pt x="70357" y="17907"/>
                  </a:lnTo>
                  <a:lnTo>
                    <a:pt x="71246" y="17779"/>
                  </a:lnTo>
                  <a:lnTo>
                    <a:pt x="72008" y="17525"/>
                  </a:lnTo>
                  <a:lnTo>
                    <a:pt x="72897" y="17272"/>
                  </a:lnTo>
                  <a:lnTo>
                    <a:pt x="73787" y="17145"/>
                  </a:lnTo>
                  <a:lnTo>
                    <a:pt x="74675" y="16890"/>
                  </a:lnTo>
                  <a:lnTo>
                    <a:pt x="75564" y="16763"/>
                  </a:lnTo>
                  <a:lnTo>
                    <a:pt x="76453" y="16510"/>
                  </a:lnTo>
                  <a:lnTo>
                    <a:pt x="77343" y="16383"/>
                  </a:lnTo>
                  <a:lnTo>
                    <a:pt x="78231" y="16128"/>
                  </a:lnTo>
                  <a:lnTo>
                    <a:pt x="79120" y="16001"/>
                  </a:lnTo>
                  <a:lnTo>
                    <a:pt x="80009" y="15748"/>
                  </a:lnTo>
                  <a:lnTo>
                    <a:pt x="81025" y="15621"/>
                  </a:lnTo>
                  <a:lnTo>
                    <a:pt x="81914" y="15366"/>
                  </a:lnTo>
                  <a:lnTo>
                    <a:pt x="82931" y="15239"/>
                  </a:lnTo>
                  <a:lnTo>
                    <a:pt x="83946" y="14986"/>
                  </a:lnTo>
                  <a:lnTo>
                    <a:pt x="84835" y="14859"/>
                  </a:lnTo>
                  <a:lnTo>
                    <a:pt x="85851" y="14732"/>
                  </a:lnTo>
                  <a:lnTo>
                    <a:pt x="86868" y="14477"/>
                  </a:lnTo>
                  <a:lnTo>
                    <a:pt x="87883" y="14350"/>
                  </a:lnTo>
                  <a:lnTo>
                    <a:pt x="88900" y="14224"/>
                  </a:lnTo>
                  <a:lnTo>
                    <a:pt x="90043" y="13970"/>
                  </a:lnTo>
                  <a:lnTo>
                    <a:pt x="91058" y="13842"/>
                  </a:lnTo>
                  <a:lnTo>
                    <a:pt x="92075" y="13715"/>
                  </a:lnTo>
                  <a:lnTo>
                    <a:pt x="93218" y="13588"/>
                  </a:lnTo>
                  <a:lnTo>
                    <a:pt x="94233" y="13462"/>
                  </a:lnTo>
                  <a:lnTo>
                    <a:pt x="95376" y="13208"/>
                  </a:lnTo>
                  <a:lnTo>
                    <a:pt x="96519" y="13081"/>
                  </a:lnTo>
                  <a:lnTo>
                    <a:pt x="97662" y="12953"/>
                  </a:lnTo>
                  <a:lnTo>
                    <a:pt x="98806" y="12826"/>
                  </a:lnTo>
                  <a:lnTo>
                    <a:pt x="99949" y="12700"/>
                  </a:lnTo>
                  <a:lnTo>
                    <a:pt x="101091" y="12573"/>
                  </a:lnTo>
                  <a:lnTo>
                    <a:pt x="102362" y="12446"/>
                  </a:lnTo>
                  <a:lnTo>
                    <a:pt x="103504" y="12319"/>
                  </a:lnTo>
                  <a:lnTo>
                    <a:pt x="104775" y="12191"/>
                  </a:lnTo>
                  <a:lnTo>
                    <a:pt x="105918" y="12064"/>
                  </a:lnTo>
                  <a:lnTo>
                    <a:pt x="107187" y="11937"/>
                  </a:lnTo>
                  <a:lnTo>
                    <a:pt x="108457" y="11811"/>
                  </a:lnTo>
                  <a:lnTo>
                    <a:pt x="109727" y="11684"/>
                  </a:lnTo>
                  <a:lnTo>
                    <a:pt x="110997" y="11557"/>
                  </a:lnTo>
                  <a:lnTo>
                    <a:pt x="112268" y="11429"/>
                  </a:lnTo>
                  <a:lnTo>
                    <a:pt x="113664" y="11429"/>
                  </a:lnTo>
                  <a:lnTo>
                    <a:pt x="114934" y="11302"/>
                  </a:lnTo>
                  <a:lnTo>
                    <a:pt x="116331" y="11175"/>
                  </a:lnTo>
                  <a:lnTo>
                    <a:pt x="117728" y="11049"/>
                  </a:lnTo>
                  <a:lnTo>
                    <a:pt x="118999" y="11049"/>
                  </a:lnTo>
                  <a:lnTo>
                    <a:pt x="120522" y="10922"/>
                  </a:lnTo>
                  <a:lnTo>
                    <a:pt x="121919" y="10795"/>
                  </a:lnTo>
                  <a:lnTo>
                    <a:pt x="123316" y="10795"/>
                  </a:lnTo>
                  <a:lnTo>
                    <a:pt x="124713" y="10667"/>
                  </a:lnTo>
                  <a:lnTo>
                    <a:pt x="126237" y="10540"/>
                  </a:lnTo>
                  <a:lnTo>
                    <a:pt x="127634" y="10540"/>
                  </a:lnTo>
                  <a:lnTo>
                    <a:pt x="129158" y="10413"/>
                  </a:lnTo>
                  <a:lnTo>
                    <a:pt x="130682" y="10413"/>
                  </a:lnTo>
                  <a:lnTo>
                    <a:pt x="132206" y="10287"/>
                  </a:lnTo>
                  <a:lnTo>
                    <a:pt x="133731" y="10287"/>
                  </a:lnTo>
                  <a:lnTo>
                    <a:pt x="135381" y="10287"/>
                  </a:lnTo>
                  <a:lnTo>
                    <a:pt x="136906" y="10160"/>
                  </a:lnTo>
                  <a:lnTo>
                    <a:pt x="138556" y="10160"/>
                  </a:lnTo>
                  <a:lnTo>
                    <a:pt x="140081" y="10033"/>
                  </a:lnTo>
                  <a:lnTo>
                    <a:pt x="141731" y="10033"/>
                  </a:lnTo>
                  <a:lnTo>
                    <a:pt x="143509" y="10033"/>
                  </a:lnTo>
                  <a:lnTo>
                    <a:pt x="145160" y="9906"/>
                  </a:lnTo>
                  <a:lnTo>
                    <a:pt x="146812" y="9906"/>
                  </a:lnTo>
                  <a:lnTo>
                    <a:pt x="148589" y="9906"/>
                  </a:lnTo>
                  <a:lnTo>
                    <a:pt x="150240" y="9778"/>
                  </a:lnTo>
                  <a:lnTo>
                    <a:pt x="152019" y="9778"/>
                  </a:lnTo>
                  <a:lnTo>
                    <a:pt x="153796" y="9778"/>
                  </a:lnTo>
                  <a:lnTo>
                    <a:pt x="155575" y="9778"/>
                  </a:lnTo>
                  <a:lnTo>
                    <a:pt x="157479" y="9778"/>
                  </a:lnTo>
                  <a:lnTo>
                    <a:pt x="159257" y="9651"/>
                  </a:lnTo>
                  <a:lnTo>
                    <a:pt x="168782" y="9651"/>
                  </a:lnTo>
                  <a:lnTo>
                    <a:pt x="170814" y="9525"/>
                  </a:lnTo>
                  <a:lnTo>
                    <a:pt x="191769" y="9525"/>
                  </a:lnTo>
                  <a:lnTo>
                    <a:pt x="194056" y="9398"/>
                  </a:lnTo>
                  <a:lnTo>
                    <a:pt x="215391" y="9398"/>
                  </a:lnTo>
                  <a:lnTo>
                    <a:pt x="217931" y="9271"/>
                  </a:lnTo>
                  <a:lnTo>
                    <a:pt x="231012" y="9271"/>
                  </a:lnTo>
                  <a:lnTo>
                    <a:pt x="233679" y="9144"/>
                  </a:lnTo>
                  <a:lnTo>
                    <a:pt x="236474" y="9144"/>
                  </a:lnTo>
                  <a:lnTo>
                    <a:pt x="239140" y="9144"/>
                  </a:lnTo>
                  <a:lnTo>
                    <a:pt x="241934" y="9016"/>
                  </a:lnTo>
                  <a:lnTo>
                    <a:pt x="244728" y="9016"/>
                  </a:lnTo>
                  <a:lnTo>
                    <a:pt x="247650" y="9016"/>
                  </a:lnTo>
                  <a:lnTo>
                    <a:pt x="250570" y="8889"/>
                  </a:lnTo>
                  <a:lnTo>
                    <a:pt x="253491" y="8889"/>
                  </a:lnTo>
                  <a:lnTo>
                    <a:pt x="256412" y="8889"/>
                  </a:lnTo>
                  <a:lnTo>
                    <a:pt x="259460" y="8762"/>
                  </a:lnTo>
                  <a:lnTo>
                    <a:pt x="262508" y="8762"/>
                  </a:lnTo>
                  <a:lnTo>
                    <a:pt x="265556" y="8636"/>
                  </a:lnTo>
                  <a:lnTo>
                    <a:pt x="268604" y="8636"/>
                  </a:lnTo>
                  <a:lnTo>
                    <a:pt x="271779" y="8509"/>
                  </a:lnTo>
                  <a:lnTo>
                    <a:pt x="274954" y="8509"/>
                  </a:lnTo>
                  <a:lnTo>
                    <a:pt x="278129" y="8382"/>
                  </a:lnTo>
                  <a:lnTo>
                    <a:pt x="281431" y="8254"/>
                  </a:lnTo>
                  <a:lnTo>
                    <a:pt x="284606" y="8254"/>
                  </a:lnTo>
                  <a:lnTo>
                    <a:pt x="288035" y="8127"/>
                  </a:lnTo>
                  <a:lnTo>
                    <a:pt x="291338" y="8000"/>
                  </a:lnTo>
                  <a:lnTo>
                    <a:pt x="294766" y="8000"/>
                  </a:lnTo>
                  <a:lnTo>
                    <a:pt x="298195" y="7874"/>
                  </a:lnTo>
                  <a:lnTo>
                    <a:pt x="301625" y="7747"/>
                  </a:lnTo>
                  <a:lnTo>
                    <a:pt x="305181" y="7620"/>
                  </a:lnTo>
                  <a:lnTo>
                    <a:pt x="308737" y="7620"/>
                  </a:lnTo>
                  <a:lnTo>
                    <a:pt x="312293" y="7492"/>
                  </a:lnTo>
                  <a:lnTo>
                    <a:pt x="315975" y="7365"/>
                  </a:lnTo>
                  <a:lnTo>
                    <a:pt x="319658" y="7238"/>
                  </a:lnTo>
                  <a:lnTo>
                    <a:pt x="323341" y="7112"/>
                  </a:lnTo>
                  <a:lnTo>
                    <a:pt x="327151" y="6985"/>
                  </a:lnTo>
                  <a:lnTo>
                    <a:pt x="330962" y="6858"/>
                  </a:lnTo>
                  <a:lnTo>
                    <a:pt x="334899" y="6731"/>
                  </a:lnTo>
                  <a:lnTo>
                    <a:pt x="338708" y="6603"/>
                  </a:lnTo>
                  <a:lnTo>
                    <a:pt x="342772" y="6476"/>
                  </a:lnTo>
                  <a:lnTo>
                    <a:pt x="346709" y="6350"/>
                  </a:lnTo>
                  <a:lnTo>
                    <a:pt x="350774" y="6350"/>
                  </a:lnTo>
                  <a:lnTo>
                    <a:pt x="354838" y="6223"/>
                  </a:lnTo>
                  <a:lnTo>
                    <a:pt x="359028" y="6096"/>
                  </a:lnTo>
                  <a:lnTo>
                    <a:pt x="363093" y="5841"/>
                  </a:lnTo>
                  <a:lnTo>
                    <a:pt x="367410" y="5714"/>
                  </a:lnTo>
                  <a:lnTo>
                    <a:pt x="371728" y="5587"/>
                  </a:lnTo>
                  <a:lnTo>
                    <a:pt x="376046" y="5461"/>
                  </a:lnTo>
                  <a:lnTo>
                    <a:pt x="380364" y="5334"/>
                  </a:lnTo>
                  <a:lnTo>
                    <a:pt x="384809" y="5207"/>
                  </a:lnTo>
                  <a:lnTo>
                    <a:pt x="389254" y="5079"/>
                  </a:lnTo>
                  <a:lnTo>
                    <a:pt x="393826" y="4952"/>
                  </a:lnTo>
                  <a:lnTo>
                    <a:pt x="398399" y="4825"/>
                  </a:lnTo>
                  <a:lnTo>
                    <a:pt x="403097" y="4699"/>
                  </a:lnTo>
                  <a:lnTo>
                    <a:pt x="407796" y="4572"/>
                  </a:lnTo>
                  <a:lnTo>
                    <a:pt x="412495" y="4445"/>
                  </a:lnTo>
                  <a:lnTo>
                    <a:pt x="417321" y="4317"/>
                  </a:lnTo>
                  <a:lnTo>
                    <a:pt x="422275" y="4190"/>
                  </a:lnTo>
                  <a:lnTo>
                    <a:pt x="427100" y="4063"/>
                  </a:lnTo>
                  <a:lnTo>
                    <a:pt x="432181" y="3937"/>
                  </a:lnTo>
                  <a:lnTo>
                    <a:pt x="457962" y="3175"/>
                  </a:lnTo>
                  <a:lnTo>
                    <a:pt x="463295" y="3048"/>
                  </a:lnTo>
                  <a:lnTo>
                    <a:pt x="468629" y="2921"/>
                  </a:lnTo>
                  <a:lnTo>
                    <a:pt x="474090" y="2794"/>
                  </a:lnTo>
                  <a:lnTo>
                    <a:pt x="479678" y="2794"/>
                  </a:lnTo>
                  <a:lnTo>
                    <a:pt x="485266" y="2666"/>
                  </a:lnTo>
                  <a:lnTo>
                    <a:pt x="490854" y="2539"/>
                  </a:lnTo>
                  <a:lnTo>
                    <a:pt x="496569" y="2412"/>
                  </a:lnTo>
                  <a:lnTo>
                    <a:pt x="502412" y="2286"/>
                  </a:lnTo>
                  <a:lnTo>
                    <a:pt x="508253" y="2159"/>
                  </a:lnTo>
                  <a:lnTo>
                    <a:pt x="514222" y="2032"/>
                  </a:lnTo>
                  <a:lnTo>
                    <a:pt x="520191" y="1904"/>
                  </a:lnTo>
                  <a:lnTo>
                    <a:pt x="526288" y="1904"/>
                  </a:lnTo>
                  <a:lnTo>
                    <a:pt x="532383" y="1777"/>
                  </a:lnTo>
                  <a:lnTo>
                    <a:pt x="538607" y="1650"/>
                  </a:lnTo>
                  <a:lnTo>
                    <a:pt x="544829" y="1524"/>
                  </a:lnTo>
                  <a:lnTo>
                    <a:pt x="551179" y="1524"/>
                  </a:lnTo>
                  <a:lnTo>
                    <a:pt x="557657" y="1397"/>
                  </a:lnTo>
                  <a:lnTo>
                    <a:pt x="564133" y="1270"/>
                  </a:lnTo>
                  <a:lnTo>
                    <a:pt x="570738" y="1270"/>
                  </a:lnTo>
                  <a:lnTo>
                    <a:pt x="577341" y="1142"/>
                  </a:lnTo>
                  <a:lnTo>
                    <a:pt x="584072" y="1015"/>
                  </a:lnTo>
                  <a:lnTo>
                    <a:pt x="590803" y="1015"/>
                  </a:lnTo>
                  <a:lnTo>
                    <a:pt x="597788" y="888"/>
                  </a:lnTo>
                  <a:lnTo>
                    <a:pt x="604646" y="762"/>
                  </a:lnTo>
                  <a:lnTo>
                    <a:pt x="611758" y="762"/>
                  </a:lnTo>
                  <a:lnTo>
                    <a:pt x="618870" y="635"/>
                  </a:lnTo>
                  <a:lnTo>
                    <a:pt x="626109" y="635"/>
                  </a:lnTo>
                  <a:lnTo>
                    <a:pt x="633349" y="635"/>
                  </a:lnTo>
                  <a:lnTo>
                    <a:pt x="640841" y="508"/>
                  </a:lnTo>
                  <a:lnTo>
                    <a:pt x="648207" y="508"/>
                  </a:lnTo>
                  <a:lnTo>
                    <a:pt x="655827" y="381"/>
                  </a:lnTo>
                  <a:lnTo>
                    <a:pt x="663447" y="381"/>
                  </a:lnTo>
                  <a:lnTo>
                    <a:pt x="671194" y="381"/>
                  </a:lnTo>
                  <a:lnTo>
                    <a:pt x="678941" y="253"/>
                  </a:lnTo>
                  <a:lnTo>
                    <a:pt x="686943" y="253"/>
                  </a:lnTo>
                  <a:lnTo>
                    <a:pt x="694816" y="253"/>
                  </a:lnTo>
                  <a:lnTo>
                    <a:pt x="702944" y="253"/>
                  </a:lnTo>
                  <a:lnTo>
                    <a:pt x="711200" y="126"/>
                  </a:lnTo>
                  <a:lnTo>
                    <a:pt x="719454" y="126"/>
                  </a:lnTo>
                  <a:lnTo>
                    <a:pt x="727837" y="126"/>
                  </a:lnTo>
                  <a:lnTo>
                    <a:pt x="736345" y="126"/>
                  </a:lnTo>
                  <a:lnTo>
                    <a:pt x="742771" y="53"/>
                  </a:lnTo>
                  <a:lnTo>
                    <a:pt x="749268" y="15"/>
                  </a:lnTo>
                  <a:lnTo>
                    <a:pt x="755812" y="1"/>
                  </a:lnTo>
                  <a:lnTo>
                    <a:pt x="762381" y="0"/>
                  </a:lnTo>
                  <a:lnTo>
                    <a:pt x="769052" y="0"/>
                  </a:lnTo>
                  <a:lnTo>
                    <a:pt x="775747" y="0"/>
                  </a:lnTo>
                  <a:lnTo>
                    <a:pt x="846074" y="0"/>
                  </a:lnTo>
                  <a:lnTo>
                    <a:pt x="853507" y="1"/>
                  </a:lnTo>
                  <a:lnTo>
                    <a:pt x="860964" y="15"/>
                  </a:lnTo>
                  <a:lnTo>
                    <a:pt x="868469" y="53"/>
                  </a:lnTo>
                  <a:lnTo>
                    <a:pt x="876046" y="126"/>
                  </a:lnTo>
                  <a:lnTo>
                    <a:pt x="883691" y="126"/>
                  </a:lnTo>
                  <a:lnTo>
                    <a:pt x="891397" y="126"/>
                  </a:lnTo>
                  <a:lnTo>
                    <a:pt x="899173" y="126"/>
                  </a:lnTo>
                  <a:lnTo>
                    <a:pt x="907034" y="126"/>
                  </a:lnTo>
                  <a:lnTo>
                    <a:pt x="914909" y="146"/>
                  </a:lnTo>
                  <a:lnTo>
                    <a:pt x="922893" y="190"/>
                  </a:lnTo>
                  <a:lnTo>
                    <a:pt x="930947" y="234"/>
                  </a:lnTo>
                  <a:lnTo>
                    <a:pt x="939038" y="253"/>
                  </a:lnTo>
                  <a:lnTo>
                    <a:pt x="947255" y="273"/>
                  </a:lnTo>
                  <a:lnTo>
                    <a:pt x="955532" y="317"/>
                  </a:lnTo>
                  <a:lnTo>
                    <a:pt x="963880" y="361"/>
                  </a:lnTo>
                  <a:lnTo>
                    <a:pt x="972312" y="381"/>
                  </a:lnTo>
                  <a:lnTo>
                    <a:pt x="980741" y="456"/>
                  </a:lnTo>
                  <a:lnTo>
                    <a:pt x="989266" y="508"/>
                  </a:lnTo>
                  <a:lnTo>
                    <a:pt x="997886" y="559"/>
                  </a:lnTo>
                  <a:lnTo>
                    <a:pt x="1006601" y="635"/>
                  </a:lnTo>
                  <a:lnTo>
                    <a:pt x="1051256" y="837"/>
                  </a:lnTo>
                  <a:lnTo>
                    <a:pt x="1060434" y="888"/>
                  </a:lnTo>
                  <a:lnTo>
                    <a:pt x="1069683" y="940"/>
                  </a:lnTo>
                  <a:lnTo>
                    <a:pt x="1078991" y="1015"/>
                  </a:lnTo>
                  <a:lnTo>
                    <a:pt x="1088445" y="1091"/>
                  </a:lnTo>
                  <a:lnTo>
                    <a:pt x="1097946" y="1142"/>
                  </a:lnTo>
                  <a:lnTo>
                    <a:pt x="1107495" y="1194"/>
                  </a:lnTo>
                  <a:lnTo>
                    <a:pt x="1117091" y="1270"/>
                  </a:lnTo>
                  <a:lnTo>
                    <a:pt x="1126853" y="1345"/>
                  </a:lnTo>
                  <a:lnTo>
                    <a:pt x="1136697" y="1397"/>
                  </a:lnTo>
                  <a:lnTo>
                    <a:pt x="1146613" y="1448"/>
                  </a:lnTo>
                  <a:lnTo>
                    <a:pt x="1156589" y="1524"/>
                  </a:lnTo>
                  <a:lnTo>
                    <a:pt x="1197482" y="1904"/>
                  </a:lnTo>
                  <a:lnTo>
                    <a:pt x="1207912" y="1926"/>
                  </a:lnTo>
                  <a:lnTo>
                    <a:pt x="1218438" y="1984"/>
                  </a:lnTo>
                  <a:lnTo>
                    <a:pt x="1229058" y="2065"/>
                  </a:lnTo>
                  <a:lnTo>
                    <a:pt x="1239774" y="2159"/>
                  </a:lnTo>
                  <a:lnTo>
                    <a:pt x="1250584" y="2254"/>
                  </a:lnTo>
                  <a:lnTo>
                    <a:pt x="1261490" y="2349"/>
                  </a:lnTo>
                  <a:lnTo>
                    <a:pt x="1272492" y="2444"/>
                  </a:lnTo>
                  <a:lnTo>
                    <a:pt x="1283589" y="2539"/>
                  </a:lnTo>
                  <a:lnTo>
                    <a:pt x="1294780" y="2637"/>
                  </a:lnTo>
                  <a:lnTo>
                    <a:pt x="1306068" y="2746"/>
                  </a:lnTo>
                  <a:lnTo>
                    <a:pt x="1317450" y="2879"/>
                  </a:lnTo>
                  <a:lnTo>
                    <a:pt x="1328927" y="3048"/>
                  </a:lnTo>
                  <a:lnTo>
                    <a:pt x="1340574" y="3143"/>
                  </a:lnTo>
                  <a:lnTo>
                    <a:pt x="1387947" y="3524"/>
                  </a:lnTo>
                  <a:lnTo>
                    <a:pt x="1424559" y="3810"/>
                  </a:lnTo>
                  <a:lnTo>
                    <a:pt x="1436989" y="3946"/>
                  </a:lnTo>
                  <a:lnTo>
                    <a:pt x="1487757" y="5074"/>
                  </a:lnTo>
                  <a:lnTo>
                    <a:pt x="1527048" y="8127"/>
                  </a:lnTo>
                  <a:lnTo>
                    <a:pt x="1567303" y="16450"/>
                  </a:lnTo>
                  <a:lnTo>
                    <a:pt x="1608661" y="32940"/>
                  </a:lnTo>
                  <a:lnTo>
                    <a:pt x="1651093" y="58668"/>
                  </a:lnTo>
                  <a:lnTo>
                    <a:pt x="1694688" y="93725"/>
                  </a:lnTo>
                  <a:lnTo>
                    <a:pt x="1724310" y="121618"/>
                  </a:lnTo>
                  <a:lnTo>
                    <a:pt x="1754504" y="152653"/>
                  </a:lnTo>
                  <a:lnTo>
                    <a:pt x="1785254" y="186499"/>
                  </a:lnTo>
                  <a:lnTo>
                    <a:pt x="1816480" y="222631"/>
                  </a:lnTo>
                  <a:lnTo>
                    <a:pt x="1848326" y="260778"/>
                  </a:lnTo>
                  <a:lnTo>
                    <a:pt x="1880742" y="300736"/>
                  </a:lnTo>
                  <a:lnTo>
                    <a:pt x="1913620" y="342026"/>
                  </a:lnTo>
                  <a:lnTo>
                    <a:pt x="1930302" y="363190"/>
                  </a:lnTo>
                  <a:lnTo>
                    <a:pt x="1947164" y="384556"/>
                  </a:lnTo>
                  <a:lnTo>
                    <a:pt x="1964114" y="406142"/>
                  </a:lnTo>
                  <a:lnTo>
                    <a:pt x="1981231" y="427989"/>
                  </a:lnTo>
                  <a:lnTo>
                    <a:pt x="1998491" y="450028"/>
                  </a:lnTo>
                  <a:lnTo>
                    <a:pt x="2015871" y="472186"/>
                  </a:lnTo>
                  <a:lnTo>
                    <a:pt x="2051208" y="516969"/>
                  </a:lnTo>
                  <a:lnTo>
                    <a:pt x="2087117" y="562228"/>
                  </a:lnTo>
                  <a:lnTo>
                    <a:pt x="2123678" y="607726"/>
                  </a:lnTo>
                  <a:lnTo>
                    <a:pt x="2160904" y="653414"/>
                  </a:lnTo>
                  <a:lnTo>
                    <a:pt x="2198735" y="699071"/>
                  </a:lnTo>
                  <a:lnTo>
                    <a:pt x="2237231" y="744728"/>
                  </a:lnTo>
                  <a:lnTo>
                    <a:pt x="2276395" y="790162"/>
                  </a:lnTo>
                  <a:lnTo>
                    <a:pt x="2316226" y="835406"/>
                  </a:lnTo>
                  <a:lnTo>
                    <a:pt x="2356786" y="880300"/>
                  </a:lnTo>
                  <a:lnTo>
                    <a:pt x="2398014" y="924813"/>
                  </a:lnTo>
                  <a:lnTo>
                    <a:pt x="2440035" y="968930"/>
                  </a:lnTo>
                  <a:lnTo>
                    <a:pt x="2482723" y="1012570"/>
                  </a:lnTo>
                  <a:lnTo>
                    <a:pt x="2526268" y="1055655"/>
                  </a:lnTo>
                  <a:lnTo>
                    <a:pt x="2570479" y="1098169"/>
                  </a:lnTo>
                  <a:lnTo>
                    <a:pt x="2615453" y="1140094"/>
                  </a:lnTo>
                  <a:lnTo>
                    <a:pt x="2661285" y="1181354"/>
                  </a:lnTo>
                  <a:lnTo>
                    <a:pt x="2707846" y="1222009"/>
                  </a:lnTo>
                  <a:lnTo>
                    <a:pt x="2755265" y="1261999"/>
                  </a:lnTo>
                  <a:lnTo>
                    <a:pt x="2803477" y="1301305"/>
                  </a:lnTo>
                  <a:lnTo>
                    <a:pt x="2852547" y="1339850"/>
                  </a:lnTo>
                  <a:lnTo>
                    <a:pt x="2902537" y="1377759"/>
                  </a:lnTo>
                  <a:lnTo>
                    <a:pt x="2953385" y="1414907"/>
                  </a:lnTo>
                  <a:lnTo>
                    <a:pt x="3005042" y="1451308"/>
                  </a:lnTo>
                  <a:lnTo>
                    <a:pt x="3057652" y="1487043"/>
                  </a:lnTo>
                  <a:lnTo>
                    <a:pt x="3111214" y="1521983"/>
                  </a:lnTo>
                  <a:lnTo>
                    <a:pt x="3165729" y="1556258"/>
                  </a:lnTo>
                  <a:lnTo>
                    <a:pt x="3221085" y="1589786"/>
                  </a:lnTo>
                  <a:lnTo>
                    <a:pt x="3277489" y="1622552"/>
                  </a:lnTo>
                  <a:lnTo>
                    <a:pt x="3332924" y="1653524"/>
                  </a:lnTo>
                  <a:lnTo>
                    <a:pt x="3393313" y="1685544"/>
                  </a:lnTo>
                  <a:lnTo>
                    <a:pt x="3428628" y="1703683"/>
                  </a:lnTo>
                  <a:lnTo>
                    <a:pt x="3466766" y="1722834"/>
                  </a:lnTo>
                  <a:lnTo>
                    <a:pt x="3506023" y="1742104"/>
                  </a:lnTo>
                  <a:lnTo>
                    <a:pt x="3544697" y="1760601"/>
                  </a:lnTo>
                  <a:lnTo>
                    <a:pt x="3582586" y="1778273"/>
                  </a:lnTo>
                  <a:lnTo>
                    <a:pt x="3620452" y="1795494"/>
                  </a:lnTo>
                  <a:lnTo>
                    <a:pt x="3658318" y="1812286"/>
                  </a:lnTo>
                  <a:lnTo>
                    <a:pt x="3696207" y="1828673"/>
                  </a:lnTo>
                  <a:lnTo>
                    <a:pt x="3734042" y="1844635"/>
                  </a:lnTo>
                  <a:lnTo>
                    <a:pt x="3771900" y="1860169"/>
                  </a:lnTo>
                  <a:lnTo>
                    <a:pt x="3809757" y="1875321"/>
                  </a:lnTo>
                  <a:lnTo>
                    <a:pt x="3847591" y="1890141"/>
                  </a:lnTo>
                  <a:lnTo>
                    <a:pt x="3885499" y="1904696"/>
                  </a:lnTo>
                  <a:lnTo>
                    <a:pt x="3923395" y="1918858"/>
                  </a:lnTo>
                  <a:lnTo>
                    <a:pt x="3961266" y="1932664"/>
                  </a:lnTo>
                  <a:lnTo>
                    <a:pt x="3999103" y="1946148"/>
                  </a:lnTo>
                  <a:lnTo>
                    <a:pt x="4036992" y="1959320"/>
                  </a:lnTo>
                  <a:lnTo>
                    <a:pt x="4074858" y="1972183"/>
                  </a:lnTo>
                  <a:lnTo>
                    <a:pt x="4112724" y="1984759"/>
                  </a:lnTo>
                  <a:lnTo>
                    <a:pt x="4150613" y="1997075"/>
                  </a:lnTo>
                  <a:lnTo>
                    <a:pt x="4188448" y="2009179"/>
                  </a:lnTo>
                  <a:lnTo>
                    <a:pt x="4226306" y="2020951"/>
                  </a:lnTo>
                  <a:lnTo>
                    <a:pt x="4264163" y="2032436"/>
                  </a:lnTo>
                  <a:lnTo>
                    <a:pt x="4301998" y="2043684"/>
                  </a:lnTo>
                  <a:lnTo>
                    <a:pt x="4339887" y="2054711"/>
                  </a:lnTo>
                  <a:lnTo>
                    <a:pt x="4377753" y="2065512"/>
                  </a:lnTo>
                  <a:lnTo>
                    <a:pt x="4415619" y="2076098"/>
                  </a:lnTo>
                  <a:lnTo>
                    <a:pt x="4453508" y="2086483"/>
                  </a:lnTo>
                  <a:lnTo>
                    <a:pt x="4491343" y="2096579"/>
                  </a:lnTo>
                  <a:lnTo>
                    <a:pt x="4529201" y="2106485"/>
                  </a:lnTo>
                  <a:lnTo>
                    <a:pt x="4567058" y="2116201"/>
                  </a:lnTo>
                  <a:lnTo>
                    <a:pt x="4604893" y="2125726"/>
                  </a:lnTo>
                  <a:lnTo>
                    <a:pt x="4642800" y="2135042"/>
                  </a:lnTo>
                  <a:lnTo>
                    <a:pt x="4680696" y="2144156"/>
                  </a:lnTo>
                  <a:lnTo>
                    <a:pt x="4718567" y="2153104"/>
                  </a:lnTo>
                  <a:lnTo>
                    <a:pt x="4756404" y="2161921"/>
                  </a:lnTo>
                  <a:lnTo>
                    <a:pt x="4794293" y="2170515"/>
                  </a:lnTo>
                  <a:lnTo>
                    <a:pt x="4832159" y="2178954"/>
                  </a:lnTo>
                  <a:lnTo>
                    <a:pt x="4870025" y="2187227"/>
                  </a:lnTo>
                  <a:lnTo>
                    <a:pt x="4907915" y="2195322"/>
                  </a:lnTo>
                  <a:lnTo>
                    <a:pt x="4945749" y="2203326"/>
                  </a:lnTo>
                  <a:lnTo>
                    <a:pt x="4983607" y="2211165"/>
                  </a:lnTo>
                  <a:lnTo>
                    <a:pt x="5021464" y="2218860"/>
                  </a:lnTo>
                  <a:lnTo>
                    <a:pt x="5059299" y="2226437"/>
                  </a:lnTo>
                  <a:lnTo>
                    <a:pt x="5097188" y="2233816"/>
                  </a:lnTo>
                  <a:lnTo>
                    <a:pt x="5135054" y="2241089"/>
                  </a:lnTo>
                  <a:lnTo>
                    <a:pt x="5172920" y="2248243"/>
                  </a:lnTo>
                  <a:lnTo>
                    <a:pt x="5210809" y="2255266"/>
                  </a:lnTo>
                  <a:lnTo>
                    <a:pt x="5248646" y="2262169"/>
                  </a:lnTo>
                  <a:lnTo>
                    <a:pt x="5286517" y="2268966"/>
                  </a:lnTo>
                  <a:lnTo>
                    <a:pt x="5324413" y="2275643"/>
                  </a:lnTo>
                  <a:lnTo>
                    <a:pt x="5362321" y="2282190"/>
                  </a:lnTo>
                  <a:lnTo>
                    <a:pt x="5400155" y="2288619"/>
                  </a:lnTo>
                  <a:lnTo>
                    <a:pt x="5438013" y="2294953"/>
                  </a:lnTo>
                  <a:lnTo>
                    <a:pt x="5475870" y="2301192"/>
                  </a:lnTo>
                  <a:lnTo>
                    <a:pt x="5513705" y="2307336"/>
                  </a:lnTo>
                  <a:lnTo>
                    <a:pt x="5551594" y="2313364"/>
                  </a:lnTo>
                  <a:lnTo>
                    <a:pt x="5589460" y="2319274"/>
                  </a:lnTo>
                  <a:lnTo>
                    <a:pt x="5627326" y="2325088"/>
                  </a:lnTo>
                  <a:lnTo>
                    <a:pt x="5665216" y="2330831"/>
                  </a:lnTo>
                  <a:lnTo>
                    <a:pt x="5703103" y="2336424"/>
                  </a:lnTo>
                  <a:lnTo>
                    <a:pt x="5740955" y="2341959"/>
                  </a:lnTo>
                  <a:lnTo>
                    <a:pt x="5778783" y="2347422"/>
                  </a:lnTo>
                  <a:lnTo>
                    <a:pt x="5816600" y="2352802"/>
                  </a:lnTo>
                  <a:lnTo>
                    <a:pt x="5854507" y="2358070"/>
                  </a:lnTo>
                  <a:lnTo>
                    <a:pt x="5892403" y="2363231"/>
                  </a:lnTo>
                  <a:lnTo>
                    <a:pt x="5930274" y="2368321"/>
                  </a:lnTo>
                  <a:lnTo>
                    <a:pt x="5968110" y="2373376"/>
                  </a:lnTo>
                  <a:lnTo>
                    <a:pt x="6006000" y="2378303"/>
                  </a:lnTo>
                  <a:lnTo>
                    <a:pt x="6043866" y="2383170"/>
                  </a:lnTo>
                  <a:lnTo>
                    <a:pt x="6081732" y="2387967"/>
                  </a:lnTo>
                  <a:lnTo>
                    <a:pt x="6119622" y="2392680"/>
                  </a:lnTo>
                  <a:lnTo>
                    <a:pt x="6157456" y="2397303"/>
                  </a:lnTo>
                  <a:lnTo>
                    <a:pt x="6195314" y="2401855"/>
                  </a:lnTo>
                  <a:lnTo>
                    <a:pt x="6233171" y="2406360"/>
                  </a:lnTo>
                  <a:lnTo>
                    <a:pt x="6308895" y="2415178"/>
                  </a:lnTo>
                  <a:lnTo>
                    <a:pt x="6346761" y="2419445"/>
                  </a:lnTo>
                  <a:lnTo>
                    <a:pt x="6384627" y="2423664"/>
                  </a:lnTo>
                  <a:lnTo>
                    <a:pt x="6422517" y="2427859"/>
                  </a:lnTo>
                  <a:lnTo>
                    <a:pt x="6498224" y="2435955"/>
                  </a:lnTo>
                  <a:lnTo>
                    <a:pt x="6536120" y="2439931"/>
                  </a:lnTo>
                  <a:lnTo>
                    <a:pt x="6574028" y="2443861"/>
                  </a:lnTo>
                  <a:lnTo>
                    <a:pt x="6649720" y="2451512"/>
                  </a:lnTo>
                  <a:lnTo>
                    <a:pt x="6725411" y="2458974"/>
                  </a:lnTo>
                  <a:lnTo>
                    <a:pt x="6801167" y="2466228"/>
                  </a:lnTo>
                  <a:lnTo>
                    <a:pt x="6839033" y="2469743"/>
                  </a:lnTo>
                  <a:lnTo>
                    <a:pt x="6863461" y="2471970"/>
                  </a:lnTo>
                </a:path>
              </a:pathLst>
            </a:custGeom>
            <a:ln w="22225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7" name="object 487"/>
            <p:cNvSpPr/>
            <p:nvPr/>
          </p:nvSpPr>
          <p:spPr>
            <a:xfrm>
              <a:off x="2418842" y="2986277"/>
              <a:ext cx="6751320" cy="2299970"/>
            </a:xfrm>
            <a:custGeom>
              <a:avLst/>
              <a:gdLst/>
              <a:ahLst/>
              <a:cxnLst/>
              <a:rect l="l" t="t" r="r" b="b"/>
              <a:pathLst>
                <a:path w="6751320" h="2299970">
                  <a:moveTo>
                    <a:pt x="76200" y="123444"/>
                  </a:moveTo>
                  <a:lnTo>
                    <a:pt x="0" y="47244"/>
                  </a:lnTo>
                </a:path>
                <a:path w="6751320" h="2299970">
                  <a:moveTo>
                    <a:pt x="0" y="123444"/>
                  </a:moveTo>
                  <a:lnTo>
                    <a:pt x="76200" y="47244"/>
                  </a:lnTo>
                </a:path>
                <a:path w="6751320" h="2299970">
                  <a:moveTo>
                    <a:pt x="76200" y="123444"/>
                  </a:moveTo>
                  <a:lnTo>
                    <a:pt x="0" y="47244"/>
                  </a:lnTo>
                </a:path>
                <a:path w="6751320" h="2299970">
                  <a:moveTo>
                    <a:pt x="0" y="123444"/>
                  </a:moveTo>
                  <a:lnTo>
                    <a:pt x="76200" y="47244"/>
                  </a:lnTo>
                </a:path>
                <a:path w="6751320" h="2299970">
                  <a:moveTo>
                    <a:pt x="76200" y="123444"/>
                  </a:moveTo>
                  <a:lnTo>
                    <a:pt x="0" y="47244"/>
                  </a:lnTo>
                </a:path>
                <a:path w="6751320" h="2299970">
                  <a:moveTo>
                    <a:pt x="0" y="123444"/>
                  </a:moveTo>
                  <a:lnTo>
                    <a:pt x="76200" y="47244"/>
                  </a:lnTo>
                </a:path>
                <a:path w="6751320" h="2299970">
                  <a:moveTo>
                    <a:pt x="76200" y="123444"/>
                  </a:moveTo>
                  <a:lnTo>
                    <a:pt x="0" y="47244"/>
                  </a:lnTo>
                </a:path>
                <a:path w="6751320" h="2299970">
                  <a:moveTo>
                    <a:pt x="0" y="123444"/>
                  </a:moveTo>
                  <a:lnTo>
                    <a:pt x="76200" y="47244"/>
                  </a:lnTo>
                </a:path>
                <a:path w="6751320" h="2299970">
                  <a:moveTo>
                    <a:pt x="77724" y="123444"/>
                  </a:moveTo>
                  <a:lnTo>
                    <a:pt x="1524" y="47244"/>
                  </a:lnTo>
                </a:path>
                <a:path w="6751320" h="2299970">
                  <a:moveTo>
                    <a:pt x="1524" y="123444"/>
                  </a:moveTo>
                  <a:lnTo>
                    <a:pt x="77724" y="47244"/>
                  </a:lnTo>
                </a:path>
                <a:path w="6751320" h="2299970">
                  <a:moveTo>
                    <a:pt x="77724" y="123444"/>
                  </a:moveTo>
                  <a:lnTo>
                    <a:pt x="1524" y="47244"/>
                  </a:lnTo>
                </a:path>
                <a:path w="6751320" h="2299970">
                  <a:moveTo>
                    <a:pt x="1524" y="123444"/>
                  </a:moveTo>
                  <a:lnTo>
                    <a:pt x="77724" y="47244"/>
                  </a:lnTo>
                </a:path>
                <a:path w="6751320" h="2299970">
                  <a:moveTo>
                    <a:pt x="77724" y="123444"/>
                  </a:moveTo>
                  <a:lnTo>
                    <a:pt x="1524" y="47244"/>
                  </a:lnTo>
                </a:path>
                <a:path w="6751320" h="2299970">
                  <a:moveTo>
                    <a:pt x="1524" y="123444"/>
                  </a:moveTo>
                  <a:lnTo>
                    <a:pt x="77724" y="47244"/>
                  </a:lnTo>
                </a:path>
                <a:path w="6751320" h="2299970">
                  <a:moveTo>
                    <a:pt x="77724" y="123444"/>
                  </a:moveTo>
                  <a:lnTo>
                    <a:pt x="1524" y="47244"/>
                  </a:lnTo>
                </a:path>
                <a:path w="6751320" h="2299970">
                  <a:moveTo>
                    <a:pt x="1524" y="123444"/>
                  </a:moveTo>
                  <a:lnTo>
                    <a:pt x="77724" y="47244"/>
                  </a:lnTo>
                </a:path>
                <a:path w="6751320" h="2299970">
                  <a:moveTo>
                    <a:pt x="77724" y="123444"/>
                  </a:moveTo>
                  <a:lnTo>
                    <a:pt x="1524" y="47244"/>
                  </a:lnTo>
                </a:path>
                <a:path w="6751320" h="2299970">
                  <a:moveTo>
                    <a:pt x="1524" y="123444"/>
                  </a:moveTo>
                  <a:lnTo>
                    <a:pt x="77724" y="47244"/>
                  </a:lnTo>
                </a:path>
                <a:path w="6751320" h="2299970">
                  <a:moveTo>
                    <a:pt x="77724" y="123444"/>
                  </a:moveTo>
                  <a:lnTo>
                    <a:pt x="1524" y="47244"/>
                  </a:lnTo>
                </a:path>
                <a:path w="6751320" h="2299970">
                  <a:moveTo>
                    <a:pt x="1524" y="123444"/>
                  </a:moveTo>
                  <a:lnTo>
                    <a:pt x="77724" y="47244"/>
                  </a:lnTo>
                </a:path>
                <a:path w="6751320" h="2299970">
                  <a:moveTo>
                    <a:pt x="77724" y="123444"/>
                  </a:moveTo>
                  <a:lnTo>
                    <a:pt x="1524" y="47244"/>
                  </a:lnTo>
                </a:path>
                <a:path w="6751320" h="2299970">
                  <a:moveTo>
                    <a:pt x="1524" y="123444"/>
                  </a:moveTo>
                  <a:lnTo>
                    <a:pt x="77724" y="47244"/>
                  </a:lnTo>
                </a:path>
                <a:path w="6751320" h="2299970">
                  <a:moveTo>
                    <a:pt x="77724" y="123444"/>
                  </a:moveTo>
                  <a:lnTo>
                    <a:pt x="1524" y="47244"/>
                  </a:lnTo>
                </a:path>
                <a:path w="6751320" h="2299970">
                  <a:moveTo>
                    <a:pt x="1524" y="123444"/>
                  </a:moveTo>
                  <a:lnTo>
                    <a:pt x="77724" y="47244"/>
                  </a:lnTo>
                </a:path>
                <a:path w="6751320" h="2299970">
                  <a:moveTo>
                    <a:pt x="77724" y="123444"/>
                  </a:moveTo>
                  <a:lnTo>
                    <a:pt x="1524" y="47244"/>
                  </a:lnTo>
                </a:path>
                <a:path w="6751320" h="2299970">
                  <a:moveTo>
                    <a:pt x="1524" y="123444"/>
                  </a:moveTo>
                  <a:lnTo>
                    <a:pt x="77724" y="47244"/>
                  </a:lnTo>
                </a:path>
                <a:path w="6751320" h="2299970">
                  <a:moveTo>
                    <a:pt x="77724" y="123444"/>
                  </a:moveTo>
                  <a:lnTo>
                    <a:pt x="1524" y="47244"/>
                  </a:lnTo>
                </a:path>
                <a:path w="6751320" h="2299970">
                  <a:moveTo>
                    <a:pt x="1524" y="123444"/>
                  </a:moveTo>
                  <a:lnTo>
                    <a:pt x="77724" y="47244"/>
                  </a:lnTo>
                </a:path>
                <a:path w="6751320" h="2299970">
                  <a:moveTo>
                    <a:pt x="77724" y="123444"/>
                  </a:moveTo>
                  <a:lnTo>
                    <a:pt x="1524" y="47244"/>
                  </a:lnTo>
                </a:path>
                <a:path w="6751320" h="2299970">
                  <a:moveTo>
                    <a:pt x="1524" y="123444"/>
                  </a:moveTo>
                  <a:lnTo>
                    <a:pt x="77724" y="47244"/>
                  </a:lnTo>
                </a:path>
                <a:path w="6751320" h="2299970">
                  <a:moveTo>
                    <a:pt x="77724" y="123444"/>
                  </a:moveTo>
                  <a:lnTo>
                    <a:pt x="1524" y="47244"/>
                  </a:lnTo>
                </a:path>
                <a:path w="6751320" h="2299970">
                  <a:moveTo>
                    <a:pt x="1524" y="123444"/>
                  </a:moveTo>
                  <a:lnTo>
                    <a:pt x="77724" y="47244"/>
                  </a:lnTo>
                </a:path>
                <a:path w="6751320" h="2299970">
                  <a:moveTo>
                    <a:pt x="77724" y="123444"/>
                  </a:moveTo>
                  <a:lnTo>
                    <a:pt x="1524" y="47244"/>
                  </a:lnTo>
                </a:path>
                <a:path w="6751320" h="2299970">
                  <a:moveTo>
                    <a:pt x="1524" y="123444"/>
                  </a:moveTo>
                  <a:lnTo>
                    <a:pt x="77724" y="47244"/>
                  </a:lnTo>
                </a:path>
                <a:path w="6751320" h="2299970">
                  <a:moveTo>
                    <a:pt x="77724" y="123444"/>
                  </a:moveTo>
                  <a:lnTo>
                    <a:pt x="1524" y="47244"/>
                  </a:lnTo>
                </a:path>
                <a:path w="6751320" h="2299970">
                  <a:moveTo>
                    <a:pt x="1524" y="123444"/>
                  </a:moveTo>
                  <a:lnTo>
                    <a:pt x="77724" y="47244"/>
                  </a:lnTo>
                </a:path>
                <a:path w="6751320" h="2299970">
                  <a:moveTo>
                    <a:pt x="77724" y="123444"/>
                  </a:moveTo>
                  <a:lnTo>
                    <a:pt x="1524" y="47244"/>
                  </a:lnTo>
                </a:path>
                <a:path w="6751320" h="2299970">
                  <a:moveTo>
                    <a:pt x="1524" y="123444"/>
                  </a:moveTo>
                  <a:lnTo>
                    <a:pt x="77724" y="47244"/>
                  </a:lnTo>
                </a:path>
                <a:path w="6751320" h="2299970">
                  <a:moveTo>
                    <a:pt x="77724" y="121920"/>
                  </a:moveTo>
                  <a:lnTo>
                    <a:pt x="1524" y="45720"/>
                  </a:lnTo>
                </a:path>
                <a:path w="6751320" h="2299970">
                  <a:moveTo>
                    <a:pt x="1524" y="121920"/>
                  </a:moveTo>
                  <a:lnTo>
                    <a:pt x="77724" y="45720"/>
                  </a:lnTo>
                </a:path>
                <a:path w="6751320" h="2299970">
                  <a:moveTo>
                    <a:pt x="77724" y="121920"/>
                  </a:moveTo>
                  <a:lnTo>
                    <a:pt x="1524" y="45720"/>
                  </a:lnTo>
                </a:path>
                <a:path w="6751320" h="2299970">
                  <a:moveTo>
                    <a:pt x="1524" y="121920"/>
                  </a:moveTo>
                  <a:lnTo>
                    <a:pt x="77724" y="45720"/>
                  </a:lnTo>
                </a:path>
                <a:path w="6751320" h="2299970">
                  <a:moveTo>
                    <a:pt x="79247" y="121920"/>
                  </a:moveTo>
                  <a:lnTo>
                    <a:pt x="3047" y="45720"/>
                  </a:lnTo>
                </a:path>
                <a:path w="6751320" h="2299970">
                  <a:moveTo>
                    <a:pt x="3047" y="121920"/>
                  </a:moveTo>
                  <a:lnTo>
                    <a:pt x="79247" y="45720"/>
                  </a:lnTo>
                </a:path>
                <a:path w="6751320" h="2299970">
                  <a:moveTo>
                    <a:pt x="79247" y="121920"/>
                  </a:moveTo>
                  <a:lnTo>
                    <a:pt x="3047" y="45720"/>
                  </a:lnTo>
                </a:path>
                <a:path w="6751320" h="2299970">
                  <a:moveTo>
                    <a:pt x="3047" y="121920"/>
                  </a:moveTo>
                  <a:lnTo>
                    <a:pt x="79247" y="45720"/>
                  </a:lnTo>
                </a:path>
                <a:path w="6751320" h="2299970">
                  <a:moveTo>
                    <a:pt x="79247" y="121920"/>
                  </a:moveTo>
                  <a:lnTo>
                    <a:pt x="3047" y="45720"/>
                  </a:lnTo>
                </a:path>
                <a:path w="6751320" h="2299970">
                  <a:moveTo>
                    <a:pt x="3047" y="121920"/>
                  </a:moveTo>
                  <a:lnTo>
                    <a:pt x="79247" y="45720"/>
                  </a:lnTo>
                </a:path>
                <a:path w="6751320" h="2299970">
                  <a:moveTo>
                    <a:pt x="79247" y="121920"/>
                  </a:moveTo>
                  <a:lnTo>
                    <a:pt x="3047" y="45720"/>
                  </a:lnTo>
                </a:path>
                <a:path w="6751320" h="2299970">
                  <a:moveTo>
                    <a:pt x="3047" y="121920"/>
                  </a:moveTo>
                  <a:lnTo>
                    <a:pt x="79247" y="45720"/>
                  </a:lnTo>
                </a:path>
                <a:path w="6751320" h="2299970">
                  <a:moveTo>
                    <a:pt x="79247" y="121920"/>
                  </a:moveTo>
                  <a:lnTo>
                    <a:pt x="3047" y="45720"/>
                  </a:lnTo>
                </a:path>
                <a:path w="6751320" h="2299970">
                  <a:moveTo>
                    <a:pt x="3047" y="121920"/>
                  </a:moveTo>
                  <a:lnTo>
                    <a:pt x="79247" y="45720"/>
                  </a:lnTo>
                </a:path>
                <a:path w="6751320" h="2299970">
                  <a:moveTo>
                    <a:pt x="79247" y="121920"/>
                  </a:moveTo>
                  <a:lnTo>
                    <a:pt x="3047" y="45720"/>
                  </a:lnTo>
                </a:path>
                <a:path w="6751320" h="2299970">
                  <a:moveTo>
                    <a:pt x="3047" y="121920"/>
                  </a:moveTo>
                  <a:lnTo>
                    <a:pt x="79247" y="45720"/>
                  </a:lnTo>
                </a:path>
                <a:path w="6751320" h="2299970">
                  <a:moveTo>
                    <a:pt x="79247" y="120396"/>
                  </a:moveTo>
                  <a:lnTo>
                    <a:pt x="3047" y="44196"/>
                  </a:lnTo>
                </a:path>
                <a:path w="6751320" h="2299970">
                  <a:moveTo>
                    <a:pt x="3047" y="120396"/>
                  </a:moveTo>
                  <a:lnTo>
                    <a:pt x="79247" y="44196"/>
                  </a:lnTo>
                </a:path>
                <a:path w="6751320" h="2299970">
                  <a:moveTo>
                    <a:pt x="79247" y="120396"/>
                  </a:moveTo>
                  <a:lnTo>
                    <a:pt x="3047" y="44196"/>
                  </a:lnTo>
                </a:path>
                <a:path w="6751320" h="2299970">
                  <a:moveTo>
                    <a:pt x="3047" y="120396"/>
                  </a:moveTo>
                  <a:lnTo>
                    <a:pt x="79247" y="44196"/>
                  </a:lnTo>
                </a:path>
                <a:path w="6751320" h="2299970">
                  <a:moveTo>
                    <a:pt x="80771" y="120396"/>
                  </a:moveTo>
                  <a:lnTo>
                    <a:pt x="4571" y="44196"/>
                  </a:lnTo>
                </a:path>
                <a:path w="6751320" h="2299970">
                  <a:moveTo>
                    <a:pt x="4571" y="120396"/>
                  </a:moveTo>
                  <a:lnTo>
                    <a:pt x="80771" y="44196"/>
                  </a:lnTo>
                </a:path>
                <a:path w="6751320" h="2299970">
                  <a:moveTo>
                    <a:pt x="80771" y="120396"/>
                  </a:moveTo>
                  <a:lnTo>
                    <a:pt x="4571" y="44196"/>
                  </a:lnTo>
                </a:path>
                <a:path w="6751320" h="2299970">
                  <a:moveTo>
                    <a:pt x="4571" y="120396"/>
                  </a:moveTo>
                  <a:lnTo>
                    <a:pt x="80771" y="44196"/>
                  </a:lnTo>
                </a:path>
                <a:path w="6751320" h="2299970">
                  <a:moveTo>
                    <a:pt x="80771" y="120396"/>
                  </a:moveTo>
                  <a:lnTo>
                    <a:pt x="4571" y="44196"/>
                  </a:lnTo>
                </a:path>
                <a:path w="6751320" h="2299970">
                  <a:moveTo>
                    <a:pt x="4571" y="120396"/>
                  </a:moveTo>
                  <a:lnTo>
                    <a:pt x="80771" y="44196"/>
                  </a:lnTo>
                </a:path>
                <a:path w="6751320" h="2299970">
                  <a:moveTo>
                    <a:pt x="80771" y="118872"/>
                  </a:moveTo>
                  <a:lnTo>
                    <a:pt x="4571" y="42672"/>
                  </a:lnTo>
                </a:path>
                <a:path w="6751320" h="2299970">
                  <a:moveTo>
                    <a:pt x="4571" y="118872"/>
                  </a:moveTo>
                  <a:lnTo>
                    <a:pt x="80771" y="42672"/>
                  </a:lnTo>
                </a:path>
                <a:path w="6751320" h="2299970">
                  <a:moveTo>
                    <a:pt x="82295" y="118872"/>
                  </a:moveTo>
                  <a:lnTo>
                    <a:pt x="6095" y="42672"/>
                  </a:lnTo>
                </a:path>
                <a:path w="6751320" h="2299970">
                  <a:moveTo>
                    <a:pt x="6095" y="118872"/>
                  </a:moveTo>
                  <a:lnTo>
                    <a:pt x="82295" y="42672"/>
                  </a:lnTo>
                </a:path>
                <a:path w="6751320" h="2299970">
                  <a:moveTo>
                    <a:pt x="82295" y="118872"/>
                  </a:moveTo>
                  <a:lnTo>
                    <a:pt x="6095" y="42672"/>
                  </a:lnTo>
                </a:path>
                <a:path w="6751320" h="2299970">
                  <a:moveTo>
                    <a:pt x="6095" y="118872"/>
                  </a:moveTo>
                  <a:lnTo>
                    <a:pt x="82295" y="42672"/>
                  </a:lnTo>
                </a:path>
                <a:path w="6751320" h="2299970">
                  <a:moveTo>
                    <a:pt x="82295" y="118872"/>
                  </a:moveTo>
                  <a:lnTo>
                    <a:pt x="6095" y="42672"/>
                  </a:lnTo>
                </a:path>
                <a:path w="6751320" h="2299970">
                  <a:moveTo>
                    <a:pt x="6095" y="118872"/>
                  </a:moveTo>
                  <a:lnTo>
                    <a:pt x="82295" y="42672"/>
                  </a:lnTo>
                </a:path>
                <a:path w="6751320" h="2299970">
                  <a:moveTo>
                    <a:pt x="82295" y="117221"/>
                  </a:moveTo>
                  <a:lnTo>
                    <a:pt x="6095" y="41021"/>
                  </a:lnTo>
                </a:path>
                <a:path w="6751320" h="2299970">
                  <a:moveTo>
                    <a:pt x="6095" y="117221"/>
                  </a:moveTo>
                  <a:lnTo>
                    <a:pt x="82295" y="41021"/>
                  </a:lnTo>
                </a:path>
                <a:path w="6751320" h="2299970">
                  <a:moveTo>
                    <a:pt x="83819" y="117221"/>
                  </a:moveTo>
                  <a:lnTo>
                    <a:pt x="7619" y="41021"/>
                  </a:lnTo>
                </a:path>
                <a:path w="6751320" h="2299970">
                  <a:moveTo>
                    <a:pt x="7619" y="117221"/>
                  </a:moveTo>
                  <a:lnTo>
                    <a:pt x="83819" y="41021"/>
                  </a:lnTo>
                </a:path>
                <a:path w="6751320" h="2299970">
                  <a:moveTo>
                    <a:pt x="83819" y="117221"/>
                  </a:moveTo>
                  <a:lnTo>
                    <a:pt x="7619" y="41021"/>
                  </a:lnTo>
                </a:path>
                <a:path w="6751320" h="2299970">
                  <a:moveTo>
                    <a:pt x="7619" y="117221"/>
                  </a:moveTo>
                  <a:lnTo>
                    <a:pt x="83819" y="41021"/>
                  </a:lnTo>
                </a:path>
                <a:path w="6751320" h="2299970">
                  <a:moveTo>
                    <a:pt x="83819" y="115697"/>
                  </a:moveTo>
                  <a:lnTo>
                    <a:pt x="7619" y="39497"/>
                  </a:lnTo>
                </a:path>
                <a:path w="6751320" h="2299970">
                  <a:moveTo>
                    <a:pt x="7619" y="115697"/>
                  </a:moveTo>
                  <a:lnTo>
                    <a:pt x="83819" y="39497"/>
                  </a:lnTo>
                </a:path>
                <a:path w="6751320" h="2299970">
                  <a:moveTo>
                    <a:pt x="85343" y="115697"/>
                  </a:moveTo>
                  <a:lnTo>
                    <a:pt x="9143" y="39497"/>
                  </a:lnTo>
                </a:path>
                <a:path w="6751320" h="2299970">
                  <a:moveTo>
                    <a:pt x="9143" y="115697"/>
                  </a:moveTo>
                  <a:lnTo>
                    <a:pt x="85343" y="39497"/>
                  </a:lnTo>
                </a:path>
                <a:path w="6751320" h="2299970">
                  <a:moveTo>
                    <a:pt x="85343" y="114300"/>
                  </a:moveTo>
                  <a:lnTo>
                    <a:pt x="9143" y="38100"/>
                  </a:lnTo>
                </a:path>
                <a:path w="6751320" h="2299970">
                  <a:moveTo>
                    <a:pt x="9143" y="114300"/>
                  </a:moveTo>
                  <a:lnTo>
                    <a:pt x="85343" y="38100"/>
                  </a:lnTo>
                </a:path>
                <a:path w="6751320" h="2299970">
                  <a:moveTo>
                    <a:pt x="86868" y="114300"/>
                  </a:moveTo>
                  <a:lnTo>
                    <a:pt x="10668" y="38100"/>
                  </a:lnTo>
                </a:path>
                <a:path w="6751320" h="2299970">
                  <a:moveTo>
                    <a:pt x="10668" y="114300"/>
                  </a:moveTo>
                  <a:lnTo>
                    <a:pt x="86868" y="38100"/>
                  </a:lnTo>
                </a:path>
                <a:path w="6751320" h="2299970">
                  <a:moveTo>
                    <a:pt x="86868" y="114300"/>
                  </a:moveTo>
                  <a:lnTo>
                    <a:pt x="10668" y="38100"/>
                  </a:lnTo>
                </a:path>
                <a:path w="6751320" h="2299970">
                  <a:moveTo>
                    <a:pt x="10668" y="114300"/>
                  </a:moveTo>
                  <a:lnTo>
                    <a:pt x="86868" y="38100"/>
                  </a:lnTo>
                </a:path>
                <a:path w="6751320" h="2299970">
                  <a:moveTo>
                    <a:pt x="88391" y="112775"/>
                  </a:moveTo>
                  <a:lnTo>
                    <a:pt x="12191" y="36575"/>
                  </a:lnTo>
                </a:path>
                <a:path w="6751320" h="2299970">
                  <a:moveTo>
                    <a:pt x="12191" y="112775"/>
                  </a:moveTo>
                  <a:lnTo>
                    <a:pt x="88391" y="36575"/>
                  </a:lnTo>
                </a:path>
                <a:path w="6751320" h="2299970">
                  <a:moveTo>
                    <a:pt x="89915" y="112775"/>
                  </a:moveTo>
                  <a:lnTo>
                    <a:pt x="13715" y="36575"/>
                  </a:lnTo>
                </a:path>
                <a:path w="6751320" h="2299970">
                  <a:moveTo>
                    <a:pt x="13715" y="112775"/>
                  </a:moveTo>
                  <a:lnTo>
                    <a:pt x="89915" y="36575"/>
                  </a:lnTo>
                </a:path>
                <a:path w="6751320" h="2299970">
                  <a:moveTo>
                    <a:pt x="89915" y="111251"/>
                  </a:moveTo>
                  <a:lnTo>
                    <a:pt x="13715" y="35051"/>
                  </a:lnTo>
                </a:path>
                <a:path w="6751320" h="2299970">
                  <a:moveTo>
                    <a:pt x="13715" y="111251"/>
                  </a:moveTo>
                  <a:lnTo>
                    <a:pt x="89915" y="35051"/>
                  </a:lnTo>
                </a:path>
                <a:path w="6751320" h="2299970">
                  <a:moveTo>
                    <a:pt x="91439" y="109727"/>
                  </a:moveTo>
                  <a:lnTo>
                    <a:pt x="15239" y="33527"/>
                  </a:lnTo>
                </a:path>
                <a:path w="6751320" h="2299970">
                  <a:moveTo>
                    <a:pt x="15239" y="109727"/>
                  </a:moveTo>
                  <a:lnTo>
                    <a:pt x="91439" y="33527"/>
                  </a:lnTo>
                </a:path>
                <a:path w="6751320" h="2299970">
                  <a:moveTo>
                    <a:pt x="92963" y="109727"/>
                  </a:moveTo>
                  <a:lnTo>
                    <a:pt x="16763" y="33527"/>
                  </a:lnTo>
                </a:path>
                <a:path w="6751320" h="2299970">
                  <a:moveTo>
                    <a:pt x="16763" y="109727"/>
                  </a:moveTo>
                  <a:lnTo>
                    <a:pt x="92963" y="33527"/>
                  </a:lnTo>
                </a:path>
                <a:path w="6751320" h="2299970">
                  <a:moveTo>
                    <a:pt x="92963" y="108204"/>
                  </a:moveTo>
                  <a:lnTo>
                    <a:pt x="16763" y="32004"/>
                  </a:lnTo>
                </a:path>
                <a:path w="6751320" h="2299970">
                  <a:moveTo>
                    <a:pt x="16763" y="108204"/>
                  </a:moveTo>
                  <a:lnTo>
                    <a:pt x="92963" y="32004"/>
                  </a:lnTo>
                </a:path>
                <a:path w="6751320" h="2299970">
                  <a:moveTo>
                    <a:pt x="94487" y="108204"/>
                  </a:moveTo>
                  <a:lnTo>
                    <a:pt x="18287" y="32004"/>
                  </a:lnTo>
                </a:path>
                <a:path w="6751320" h="2299970">
                  <a:moveTo>
                    <a:pt x="18287" y="108204"/>
                  </a:moveTo>
                  <a:lnTo>
                    <a:pt x="94487" y="32004"/>
                  </a:lnTo>
                </a:path>
                <a:path w="6751320" h="2299970">
                  <a:moveTo>
                    <a:pt x="96012" y="106680"/>
                  </a:moveTo>
                  <a:lnTo>
                    <a:pt x="19812" y="30480"/>
                  </a:lnTo>
                </a:path>
                <a:path w="6751320" h="2299970">
                  <a:moveTo>
                    <a:pt x="19812" y="106680"/>
                  </a:moveTo>
                  <a:lnTo>
                    <a:pt x="96012" y="30480"/>
                  </a:lnTo>
                </a:path>
                <a:path w="6751320" h="2299970">
                  <a:moveTo>
                    <a:pt x="97535" y="105156"/>
                  </a:moveTo>
                  <a:lnTo>
                    <a:pt x="21335" y="28956"/>
                  </a:lnTo>
                </a:path>
                <a:path w="6751320" h="2299970">
                  <a:moveTo>
                    <a:pt x="21335" y="105156"/>
                  </a:moveTo>
                  <a:lnTo>
                    <a:pt x="97535" y="28956"/>
                  </a:lnTo>
                </a:path>
                <a:path w="6751320" h="2299970">
                  <a:moveTo>
                    <a:pt x="99059" y="103632"/>
                  </a:moveTo>
                  <a:lnTo>
                    <a:pt x="22859" y="27432"/>
                  </a:lnTo>
                </a:path>
                <a:path w="6751320" h="2299970">
                  <a:moveTo>
                    <a:pt x="22859" y="103632"/>
                  </a:moveTo>
                  <a:lnTo>
                    <a:pt x="99059" y="27432"/>
                  </a:lnTo>
                </a:path>
                <a:path w="6751320" h="2299970">
                  <a:moveTo>
                    <a:pt x="102107" y="103632"/>
                  </a:moveTo>
                  <a:lnTo>
                    <a:pt x="25907" y="27432"/>
                  </a:lnTo>
                </a:path>
                <a:path w="6751320" h="2299970">
                  <a:moveTo>
                    <a:pt x="25907" y="103632"/>
                  </a:moveTo>
                  <a:lnTo>
                    <a:pt x="102107" y="27432"/>
                  </a:lnTo>
                </a:path>
                <a:path w="6751320" h="2299970">
                  <a:moveTo>
                    <a:pt x="103631" y="102108"/>
                  </a:moveTo>
                  <a:lnTo>
                    <a:pt x="27431" y="25908"/>
                  </a:lnTo>
                </a:path>
                <a:path w="6751320" h="2299970">
                  <a:moveTo>
                    <a:pt x="27431" y="102108"/>
                  </a:moveTo>
                  <a:lnTo>
                    <a:pt x="103631" y="25908"/>
                  </a:lnTo>
                </a:path>
                <a:path w="6751320" h="2299970">
                  <a:moveTo>
                    <a:pt x="105156" y="100584"/>
                  </a:moveTo>
                  <a:lnTo>
                    <a:pt x="28956" y="24384"/>
                  </a:lnTo>
                </a:path>
                <a:path w="6751320" h="2299970">
                  <a:moveTo>
                    <a:pt x="28956" y="100584"/>
                  </a:moveTo>
                  <a:lnTo>
                    <a:pt x="105156" y="24384"/>
                  </a:lnTo>
                </a:path>
                <a:path w="6751320" h="2299970">
                  <a:moveTo>
                    <a:pt x="108203" y="99060"/>
                  </a:moveTo>
                  <a:lnTo>
                    <a:pt x="32003" y="22860"/>
                  </a:lnTo>
                </a:path>
                <a:path w="6751320" h="2299970">
                  <a:moveTo>
                    <a:pt x="32003" y="99060"/>
                  </a:moveTo>
                  <a:lnTo>
                    <a:pt x="108203" y="22860"/>
                  </a:lnTo>
                </a:path>
                <a:path w="6751320" h="2299970">
                  <a:moveTo>
                    <a:pt x="109727" y="97409"/>
                  </a:moveTo>
                  <a:lnTo>
                    <a:pt x="33527" y="21209"/>
                  </a:lnTo>
                </a:path>
                <a:path w="6751320" h="2299970">
                  <a:moveTo>
                    <a:pt x="33527" y="97409"/>
                  </a:moveTo>
                  <a:lnTo>
                    <a:pt x="109727" y="21209"/>
                  </a:lnTo>
                </a:path>
                <a:path w="6751320" h="2299970">
                  <a:moveTo>
                    <a:pt x="112775" y="96012"/>
                  </a:moveTo>
                  <a:lnTo>
                    <a:pt x="36575" y="19812"/>
                  </a:lnTo>
                </a:path>
                <a:path w="6751320" h="2299970">
                  <a:moveTo>
                    <a:pt x="36575" y="96012"/>
                  </a:moveTo>
                  <a:lnTo>
                    <a:pt x="112775" y="19812"/>
                  </a:lnTo>
                </a:path>
                <a:path w="6751320" h="2299970">
                  <a:moveTo>
                    <a:pt x="115824" y="96012"/>
                  </a:moveTo>
                  <a:lnTo>
                    <a:pt x="39624" y="19812"/>
                  </a:lnTo>
                </a:path>
                <a:path w="6751320" h="2299970">
                  <a:moveTo>
                    <a:pt x="39624" y="96012"/>
                  </a:moveTo>
                  <a:lnTo>
                    <a:pt x="115824" y="19812"/>
                  </a:lnTo>
                </a:path>
                <a:path w="6751320" h="2299970">
                  <a:moveTo>
                    <a:pt x="118871" y="94487"/>
                  </a:moveTo>
                  <a:lnTo>
                    <a:pt x="42671" y="18287"/>
                  </a:lnTo>
                </a:path>
                <a:path w="6751320" h="2299970">
                  <a:moveTo>
                    <a:pt x="42671" y="94487"/>
                  </a:moveTo>
                  <a:lnTo>
                    <a:pt x="118871" y="18287"/>
                  </a:lnTo>
                </a:path>
                <a:path w="6751320" h="2299970">
                  <a:moveTo>
                    <a:pt x="121919" y="92963"/>
                  </a:moveTo>
                  <a:lnTo>
                    <a:pt x="45719" y="16763"/>
                  </a:lnTo>
                </a:path>
                <a:path w="6751320" h="2299970">
                  <a:moveTo>
                    <a:pt x="45719" y="92963"/>
                  </a:moveTo>
                  <a:lnTo>
                    <a:pt x="121919" y="16763"/>
                  </a:lnTo>
                </a:path>
                <a:path w="6751320" h="2299970">
                  <a:moveTo>
                    <a:pt x="124968" y="91439"/>
                  </a:moveTo>
                  <a:lnTo>
                    <a:pt x="48768" y="15239"/>
                  </a:lnTo>
                </a:path>
                <a:path w="6751320" h="2299970">
                  <a:moveTo>
                    <a:pt x="48768" y="91439"/>
                  </a:moveTo>
                  <a:lnTo>
                    <a:pt x="124968" y="15239"/>
                  </a:lnTo>
                </a:path>
                <a:path w="6751320" h="2299970">
                  <a:moveTo>
                    <a:pt x="129539" y="89916"/>
                  </a:moveTo>
                  <a:lnTo>
                    <a:pt x="53339" y="13716"/>
                  </a:lnTo>
                </a:path>
                <a:path w="6751320" h="2299970">
                  <a:moveTo>
                    <a:pt x="53339" y="89916"/>
                  </a:moveTo>
                  <a:lnTo>
                    <a:pt x="129539" y="13716"/>
                  </a:lnTo>
                </a:path>
                <a:path w="6751320" h="2299970">
                  <a:moveTo>
                    <a:pt x="132587" y="88392"/>
                  </a:moveTo>
                  <a:lnTo>
                    <a:pt x="56387" y="12192"/>
                  </a:lnTo>
                </a:path>
                <a:path w="6751320" h="2299970">
                  <a:moveTo>
                    <a:pt x="56387" y="88392"/>
                  </a:moveTo>
                  <a:lnTo>
                    <a:pt x="132587" y="12192"/>
                  </a:lnTo>
                </a:path>
                <a:path w="6751320" h="2299970">
                  <a:moveTo>
                    <a:pt x="137159" y="86868"/>
                  </a:moveTo>
                  <a:lnTo>
                    <a:pt x="60959" y="10668"/>
                  </a:lnTo>
                </a:path>
                <a:path w="6751320" h="2299970">
                  <a:moveTo>
                    <a:pt x="60959" y="86868"/>
                  </a:moveTo>
                  <a:lnTo>
                    <a:pt x="137159" y="10668"/>
                  </a:lnTo>
                </a:path>
                <a:path w="6751320" h="2299970">
                  <a:moveTo>
                    <a:pt x="141731" y="86868"/>
                  </a:moveTo>
                  <a:lnTo>
                    <a:pt x="65531" y="10668"/>
                  </a:lnTo>
                </a:path>
                <a:path w="6751320" h="2299970">
                  <a:moveTo>
                    <a:pt x="65531" y="86868"/>
                  </a:moveTo>
                  <a:lnTo>
                    <a:pt x="141731" y="10668"/>
                  </a:lnTo>
                </a:path>
                <a:path w="6751320" h="2299970">
                  <a:moveTo>
                    <a:pt x="147827" y="85344"/>
                  </a:moveTo>
                  <a:lnTo>
                    <a:pt x="71627" y="9144"/>
                  </a:lnTo>
                </a:path>
                <a:path w="6751320" h="2299970">
                  <a:moveTo>
                    <a:pt x="71627" y="85344"/>
                  </a:moveTo>
                  <a:lnTo>
                    <a:pt x="147827" y="9144"/>
                  </a:lnTo>
                </a:path>
                <a:path w="6751320" h="2299970">
                  <a:moveTo>
                    <a:pt x="152400" y="83820"/>
                  </a:moveTo>
                  <a:lnTo>
                    <a:pt x="76200" y="7620"/>
                  </a:lnTo>
                </a:path>
                <a:path w="6751320" h="2299970">
                  <a:moveTo>
                    <a:pt x="76200" y="83820"/>
                  </a:moveTo>
                  <a:lnTo>
                    <a:pt x="152400" y="7620"/>
                  </a:lnTo>
                </a:path>
                <a:path w="6751320" h="2299970">
                  <a:moveTo>
                    <a:pt x="158495" y="82296"/>
                  </a:moveTo>
                  <a:lnTo>
                    <a:pt x="82295" y="6096"/>
                  </a:lnTo>
                </a:path>
                <a:path w="6751320" h="2299970">
                  <a:moveTo>
                    <a:pt x="82295" y="82296"/>
                  </a:moveTo>
                  <a:lnTo>
                    <a:pt x="158495" y="6096"/>
                  </a:lnTo>
                </a:path>
                <a:path w="6751320" h="2299970">
                  <a:moveTo>
                    <a:pt x="164591" y="82296"/>
                  </a:moveTo>
                  <a:lnTo>
                    <a:pt x="88391" y="6096"/>
                  </a:lnTo>
                </a:path>
                <a:path w="6751320" h="2299970">
                  <a:moveTo>
                    <a:pt x="88391" y="82296"/>
                  </a:moveTo>
                  <a:lnTo>
                    <a:pt x="164591" y="6096"/>
                  </a:lnTo>
                </a:path>
                <a:path w="6751320" h="2299970">
                  <a:moveTo>
                    <a:pt x="172212" y="80772"/>
                  </a:moveTo>
                  <a:lnTo>
                    <a:pt x="96012" y="4572"/>
                  </a:lnTo>
                </a:path>
                <a:path w="6751320" h="2299970">
                  <a:moveTo>
                    <a:pt x="96012" y="80772"/>
                  </a:moveTo>
                  <a:lnTo>
                    <a:pt x="172212" y="4572"/>
                  </a:lnTo>
                </a:path>
                <a:path w="6751320" h="2299970">
                  <a:moveTo>
                    <a:pt x="179831" y="80772"/>
                  </a:moveTo>
                  <a:lnTo>
                    <a:pt x="103631" y="4572"/>
                  </a:lnTo>
                </a:path>
                <a:path w="6751320" h="2299970">
                  <a:moveTo>
                    <a:pt x="103631" y="80772"/>
                  </a:moveTo>
                  <a:lnTo>
                    <a:pt x="179831" y="4572"/>
                  </a:lnTo>
                </a:path>
                <a:path w="6751320" h="2299970">
                  <a:moveTo>
                    <a:pt x="187451" y="79121"/>
                  </a:moveTo>
                  <a:lnTo>
                    <a:pt x="111251" y="2921"/>
                  </a:lnTo>
                </a:path>
                <a:path w="6751320" h="2299970">
                  <a:moveTo>
                    <a:pt x="111251" y="79121"/>
                  </a:moveTo>
                  <a:lnTo>
                    <a:pt x="187451" y="2921"/>
                  </a:lnTo>
                </a:path>
                <a:path w="6751320" h="2299970">
                  <a:moveTo>
                    <a:pt x="195071" y="79121"/>
                  </a:moveTo>
                  <a:lnTo>
                    <a:pt x="118871" y="2921"/>
                  </a:lnTo>
                </a:path>
                <a:path w="6751320" h="2299970">
                  <a:moveTo>
                    <a:pt x="118871" y="79121"/>
                  </a:moveTo>
                  <a:lnTo>
                    <a:pt x="195071" y="2921"/>
                  </a:lnTo>
                </a:path>
                <a:path w="6751320" h="2299970">
                  <a:moveTo>
                    <a:pt x="204215" y="77597"/>
                  </a:moveTo>
                  <a:lnTo>
                    <a:pt x="128015" y="1397"/>
                  </a:lnTo>
                </a:path>
                <a:path w="6751320" h="2299970">
                  <a:moveTo>
                    <a:pt x="128015" y="77597"/>
                  </a:moveTo>
                  <a:lnTo>
                    <a:pt x="204215" y="1397"/>
                  </a:lnTo>
                </a:path>
                <a:path w="6751320" h="2299970">
                  <a:moveTo>
                    <a:pt x="214883" y="77597"/>
                  </a:moveTo>
                  <a:lnTo>
                    <a:pt x="138683" y="1397"/>
                  </a:lnTo>
                </a:path>
                <a:path w="6751320" h="2299970">
                  <a:moveTo>
                    <a:pt x="138683" y="77597"/>
                  </a:moveTo>
                  <a:lnTo>
                    <a:pt x="214883" y="1397"/>
                  </a:lnTo>
                </a:path>
                <a:path w="6751320" h="2299970">
                  <a:moveTo>
                    <a:pt x="225551" y="77597"/>
                  </a:moveTo>
                  <a:lnTo>
                    <a:pt x="149351" y="1397"/>
                  </a:lnTo>
                </a:path>
                <a:path w="6751320" h="2299970">
                  <a:moveTo>
                    <a:pt x="149351" y="77597"/>
                  </a:moveTo>
                  <a:lnTo>
                    <a:pt x="225551" y="1397"/>
                  </a:lnTo>
                </a:path>
                <a:path w="6751320" h="2299970">
                  <a:moveTo>
                    <a:pt x="237744" y="76200"/>
                  </a:moveTo>
                  <a:lnTo>
                    <a:pt x="161544" y="0"/>
                  </a:lnTo>
                </a:path>
                <a:path w="6751320" h="2299970">
                  <a:moveTo>
                    <a:pt x="161544" y="76200"/>
                  </a:moveTo>
                  <a:lnTo>
                    <a:pt x="237744" y="0"/>
                  </a:lnTo>
                </a:path>
                <a:path w="6751320" h="2299970">
                  <a:moveTo>
                    <a:pt x="249935" y="76200"/>
                  </a:moveTo>
                  <a:lnTo>
                    <a:pt x="173735" y="0"/>
                  </a:lnTo>
                </a:path>
                <a:path w="6751320" h="2299970">
                  <a:moveTo>
                    <a:pt x="173735" y="76200"/>
                  </a:moveTo>
                  <a:lnTo>
                    <a:pt x="249935" y="0"/>
                  </a:lnTo>
                </a:path>
                <a:path w="6751320" h="2299970">
                  <a:moveTo>
                    <a:pt x="262127" y="76200"/>
                  </a:moveTo>
                  <a:lnTo>
                    <a:pt x="185927" y="0"/>
                  </a:lnTo>
                </a:path>
                <a:path w="6751320" h="2299970">
                  <a:moveTo>
                    <a:pt x="185927" y="76200"/>
                  </a:moveTo>
                  <a:lnTo>
                    <a:pt x="262127" y="0"/>
                  </a:lnTo>
                </a:path>
                <a:path w="6751320" h="2299970">
                  <a:moveTo>
                    <a:pt x="277368" y="76200"/>
                  </a:moveTo>
                  <a:lnTo>
                    <a:pt x="201168" y="0"/>
                  </a:lnTo>
                </a:path>
                <a:path w="6751320" h="2299970">
                  <a:moveTo>
                    <a:pt x="201168" y="76200"/>
                  </a:moveTo>
                  <a:lnTo>
                    <a:pt x="277368" y="0"/>
                  </a:lnTo>
                </a:path>
                <a:path w="6751320" h="2299970">
                  <a:moveTo>
                    <a:pt x="292607" y="76200"/>
                  </a:moveTo>
                  <a:lnTo>
                    <a:pt x="216407" y="0"/>
                  </a:lnTo>
                </a:path>
                <a:path w="6751320" h="2299970">
                  <a:moveTo>
                    <a:pt x="216407" y="76200"/>
                  </a:moveTo>
                  <a:lnTo>
                    <a:pt x="292607" y="0"/>
                  </a:lnTo>
                </a:path>
                <a:path w="6751320" h="2299970">
                  <a:moveTo>
                    <a:pt x="309371" y="76200"/>
                  </a:moveTo>
                  <a:lnTo>
                    <a:pt x="233171" y="0"/>
                  </a:lnTo>
                </a:path>
                <a:path w="6751320" h="2299970">
                  <a:moveTo>
                    <a:pt x="233171" y="76200"/>
                  </a:moveTo>
                  <a:lnTo>
                    <a:pt x="309371" y="0"/>
                  </a:lnTo>
                </a:path>
                <a:path w="6751320" h="2299970">
                  <a:moveTo>
                    <a:pt x="327659" y="76200"/>
                  </a:moveTo>
                  <a:lnTo>
                    <a:pt x="251459" y="0"/>
                  </a:lnTo>
                </a:path>
                <a:path w="6751320" h="2299970">
                  <a:moveTo>
                    <a:pt x="251459" y="76200"/>
                  </a:moveTo>
                  <a:lnTo>
                    <a:pt x="327659" y="0"/>
                  </a:lnTo>
                </a:path>
                <a:path w="6751320" h="2299970">
                  <a:moveTo>
                    <a:pt x="347471" y="76200"/>
                  </a:moveTo>
                  <a:lnTo>
                    <a:pt x="271271" y="0"/>
                  </a:lnTo>
                </a:path>
                <a:path w="6751320" h="2299970">
                  <a:moveTo>
                    <a:pt x="271271" y="76200"/>
                  </a:moveTo>
                  <a:lnTo>
                    <a:pt x="347471" y="0"/>
                  </a:lnTo>
                </a:path>
                <a:path w="6751320" h="2299970">
                  <a:moveTo>
                    <a:pt x="367283" y="76200"/>
                  </a:moveTo>
                  <a:lnTo>
                    <a:pt x="291083" y="0"/>
                  </a:lnTo>
                </a:path>
                <a:path w="6751320" h="2299970">
                  <a:moveTo>
                    <a:pt x="291083" y="76200"/>
                  </a:moveTo>
                  <a:lnTo>
                    <a:pt x="367283" y="0"/>
                  </a:lnTo>
                </a:path>
                <a:path w="6751320" h="2299970">
                  <a:moveTo>
                    <a:pt x="390144" y="76200"/>
                  </a:moveTo>
                  <a:lnTo>
                    <a:pt x="313944" y="0"/>
                  </a:lnTo>
                </a:path>
                <a:path w="6751320" h="2299970">
                  <a:moveTo>
                    <a:pt x="313944" y="76200"/>
                  </a:moveTo>
                  <a:lnTo>
                    <a:pt x="390144" y="0"/>
                  </a:lnTo>
                </a:path>
                <a:path w="6751320" h="2299970">
                  <a:moveTo>
                    <a:pt x="414527" y="76200"/>
                  </a:moveTo>
                  <a:lnTo>
                    <a:pt x="338327" y="0"/>
                  </a:lnTo>
                </a:path>
                <a:path w="6751320" h="2299970">
                  <a:moveTo>
                    <a:pt x="338327" y="76200"/>
                  </a:moveTo>
                  <a:lnTo>
                    <a:pt x="414527" y="0"/>
                  </a:lnTo>
                </a:path>
                <a:path w="6751320" h="2299970">
                  <a:moveTo>
                    <a:pt x="440435" y="76200"/>
                  </a:moveTo>
                  <a:lnTo>
                    <a:pt x="364235" y="0"/>
                  </a:lnTo>
                </a:path>
                <a:path w="6751320" h="2299970">
                  <a:moveTo>
                    <a:pt x="364235" y="76200"/>
                  </a:moveTo>
                  <a:lnTo>
                    <a:pt x="440435" y="0"/>
                  </a:lnTo>
                </a:path>
                <a:path w="6751320" h="2299970">
                  <a:moveTo>
                    <a:pt x="469391" y="76200"/>
                  </a:moveTo>
                  <a:lnTo>
                    <a:pt x="393191" y="0"/>
                  </a:lnTo>
                </a:path>
                <a:path w="6751320" h="2299970">
                  <a:moveTo>
                    <a:pt x="393191" y="76200"/>
                  </a:moveTo>
                  <a:lnTo>
                    <a:pt x="469391" y="0"/>
                  </a:lnTo>
                </a:path>
                <a:path w="6751320" h="2299970">
                  <a:moveTo>
                    <a:pt x="498347" y="76200"/>
                  </a:moveTo>
                  <a:lnTo>
                    <a:pt x="422147" y="0"/>
                  </a:lnTo>
                </a:path>
                <a:path w="6751320" h="2299970">
                  <a:moveTo>
                    <a:pt x="422147" y="76200"/>
                  </a:moveTo>
                  <a:lnTo>
                    <a:pt x="498347" y="0"/>
                  </a:lnTo>
                </a:path>
                <a:path w="6751320" h="2299970">
                  <a:moveTo>
                    <a:pt x="531876" y="76200"/>
                  </a:moveTo>
                  <a:lnTo>
                    <a:pt x="455675" y="0"/>
                  </a:lnTo>
                </a:path>
                <a:path w="6751320" h="2299970">
                  <a:moveTo>
                    <a:pt x="455675" y="76200"/>
                  </a:moveTo>
                  <a:lnTo>
                    <a:pt x="531876" y="0"/>
                  </a:lnTo>
                </a:path>
                <a:path w="6751320" h="2299970">
                  <a:moveTo>
                    <a:pt x="566927" y="76200"/>
                  </a:moveTo>
                  <a:lnTo>
                    <a:pt x="490727" y="0"/>
                  </a:lnTo>
                </a:path>
                <a:path w="6751320" h="2299970">
                  <a:moveTo>
                    <a:pt x="490727" y="76200"/>
                  </a:moveTo>
                  <a:lnTo>
                    <a:pt x="566927" y="0"/>
                  </a:lnTo>
                </a:path>
                <a:path w="6751320" h="2299970">
                  <a:moveTo>
                    <a:pt x="605027" y="76200"/>
                  </a:moveTo>
                  <a:lnTo>
                    <a:pt x="528827" y="0"/>
                  </a:lnTo>
                </a:path>
                <a:path w="6751320" h="2299970">
                  <a:moveTo>
                    <a:pt x="528827" y="76200"/>
                  </a:moveTo>
                  <a:lnTo>
                    <a:pt x="605027" y="0"/>
                  </a:lnTo>
                </a:path>
                <a:path w="6751320" h="2299970">
                  <a:moveTo>
                    <a:pt x="646176" y="76200"/>
                  </a:moveTo>
                  <a:lnTo>
                    <a:pt x="569976" y="0"/>
                  </a:lnTo>
                </a:path>
                <a:path w="6751320" h="2299970">
                  <a:moveTo>
                    <a:pt x="569976" y="76200"/>
                  </a:moveTo>
                  <a:lnTo>
                    <a:pt x="646176" y="0"/>
                  </a:lnTo>
                </a:path>
                <a:path w="6751320" h="2299970">
                  <a:moveTo>
                    <a:pt x="688847" y="76200"/>
                  </a:moveTo>
                  <a:lnTo>
                    <a:pt x="612647" y="0"/>
                  </a:lnTo>
                </a:path>
                <a:path w="6751320" h="2299970">
                  <a:moveTo>
                    <a:pt x="612647" y="76200"/>
                  </a:moveTo>
                  <a:lnTo>
                    <a:pt x="688847" y="0"/>
                  </a:lnTo>
                </a:path>
                <a:path w="6751320" h="2299970">
                  <a:moveTo>
                    <a:pt x="736091" y="76200"/>
                  </a:moveTo>
                  <a:lnTo>
                    <a:pt x="659891" y="0"/>
                  </a:lnTo>
                </a:path>
                <a:path w="6751320" h="2299970">
                  <a:moveTo>
                    <a:pt x="659891" y="76200"/>
                  </a:moveTo>
                  <a:lnTo>
                    <a:pt x="736091" y="0"/>
                  </a:lnTo>
                </a:path>
                <a:path w="6751320" h="2299970">
                  <a:moveTo>
                    <a:pt x="787907" y="76200"/>
                  </a:moveTo>
                  <a:lnTo>
                    <a:pt x="711707" y="0"/>
                  </a:lnTo>
                </a:path>
                <a:path w="6751320" h="2299970">
                  <a:moveTo>
                    <a:pt x="711707" y="76200"/>
                  </a:moveTo>
                  <a:lnTo>
                    <a:pt x="787907" y="0"/>
                  </a:lnTo>
                </a:path>
                <a:path w="6751320" h="2299970">
                  <a:moveTo>
                    <a:pt x="842771" y="76200"/>
                  </a:moveTo>
                  <a:lnTo>
                    <a:pt x="766571" y="0"/>
                  </a:lnTo>
                </a:path>
                <a:path w="6751320" h="2299970">
                  <a:moveTo>
                    <a:pt x="766571" y="76200"/>
                  </a:moveTo>
                  <a:lnTo>
                    <a:pt x="842771" y="0"/>
                  </a:lnTo>
                </a:path>
                <a:path w="6751320" h="2299970">
                  <a:moveTo>
                    <a:pt x="902207" y="76200"/>
                  </a:moveTo>
                  <a:lnTo>
                    <a:pt x="826007" y="0"/>
                  </a:lnTo>
                </a:path>
                <a:path w="6751320" h="2299970">
                  <a:moveTo>
                    <a:pt x="826007" y="76200"/>
                  </a:moveTo>
                  <a:lnTo>
                    <a:pt x="902207" y="0"/>
                  </a:lnTo>
                </a:path>
                <a:path w="6751320" h="2299970">
                  <a:moveTo>
                    <a:pt x="966216" y="76200"/>
                  </a:moveTo>
                  <a:lnTo>
                    <a:pt x="890016" y="0"/>
                  </a:lnTo>
                </a:path>
                <a:path w="6751320" h="2299970">
                  <a:moveTo>
                    <a:pt x="890016" y="76200"/>
                  </a:moveTo>
                  <a:lnTo>
                    <a:pt x="966216" y="0"/>
                  </a:lnTo>
                </a:path>
                <a:path w="6751320" h="2299970">
                  <a:moveTo>
                    <a:pt x="1034795" y="76200"/>
                  </a:moveTo>
                  <a:lnTo>
                    <a:pt x="958595" y="0"/>
                  </a:lnTo>
                </a:path>
                <a:path w="6751320" h="2299970">
                  <a:moveTo>
                    <a:pt x="958595" y="76200"/>
                  </a:moveTo>
                  <a:lnTo>
                    <a:pt x="1034795" y="0"/>
                  </a:lnTo>
                </a:path>
                <a:path w="6751320" h="2299970">
                  <a:moveTo>
                    <a:pt x="1107947" y="76200"/>
                  </a:moveTo>
                  <a:lnTo>
                    <a:pt x="1031747" y="0"/>
                  </a:lnTo>
                </a:path>
                <a:path w="6751320" h="2299970">
                  <a:moveTo>
                    <a:pt x="1031747" y="76200"/>
                  </a:moveTo>
                  <a:lnTo>
                    <a:pt x="1107947" y="0"/>
                  </a:lnTo>
                </a:path>
                <a:path w="6751320" h="2299970">
                  <a:moveTo>
                    <a:pt x="1188720" y="76200"/>
                  </a:moveTo>
                  <a:lnTo>
                    <a:pt x="1112520" y="0"/>
                  </a:lnTo>
                </a:path>
                <a:path w="6751320" h="2299970">
                  <a:moveTo>
                    <a:pt x="1112520" y="76200"/>
                  </a:moveTo>
                  <a:lnTo>
                    <a:pt x="1188720" y="0"/>
                  </a:lnTo>
                </a:path>
                <a:path w="6751320" h="2299970">
                  <a:moveTo>
                    <a:pt x="1274063" y="76200"/>
                  </a:moveTo>
                  <a:lnTo>
                    <a:pt x="1197863" y="0"/>
                  </a:lnTo>
                </a:path>
                <a:path w="6751320" h="2299970">
                  <a:moveTo>
                    <a:pt x="1197863" y="76200"/>
                  </a:moveTo>
                  <a:lnTo>
                    <a:pt x="1274063" y="0"/>
                  </a:lnTo>
                </a:path>
                <a:path w="6751320" h="2299970">
                  <a:moveTo>
                    <a:pt x="1367028" y="77597"/>
                  </a:moveTo>
                  <a:lnTo>
                    <a:pt x="1290828" y="1397"/>
                  </a:lnTo>
                </a:path>
                <a:path w="6751320" h="2299970">
                  <a:moveTo>
                    <a:pt x="1290828" y="77597"/>
                  </a:moveTo>
                  <a:lnTo>
                    <a:pt x="1367028" y="1397"/>
                  </a:lnTo>
                </a:path>
                <a:path w="6751320" h="2299970">
                  <a:moveTo>
                    <a:pt x="1466087" y="77597"/>
                  </a:moveTo>
                  <a:lnTo>
                    <a:pt x="1389887" y="1397"/>
                  </a:lnTo>
                </a:path>
                <a:path w="6751320" h="2299970">
                  <a:moveTo>
                    <a:pt x="1389887" y="77597"/>
                  </a:moveTo>
                  <a:lnTo>
                    <a:pt x="1466087" y="1397"/>
                  </a:lnTo>
                </a:path>
                <a:path w="6751320" h="2299970">
                  <a:moveTo>
                    <a:pt x="1572768" y="77597"/>
                  </a:moveTo>
                  <a:lnTo>
                    <a:pt x="1496568" y="1397"/>
                  </a:lnTo>
                </a:path>
                <a:path w="6751320" h="2299970">
                  <a:moveTo>
                    <a:pt x="1496568" y="77597"/>
                  </a:moveTo>
                  <a:lnTo>
                    <a:pt x="1572768" y="1397"/>
                  </a:lnTo>
                </a:path>
                <a:path w="6751320" h="2299970">
                  <a:moveTo>
                    <a:pt x="1688592" y="77597"/>
                  </a:moveTo>
                  <a:lnTo>
                    <a:pt x="1612392" y="1397"/>
                  </a:lnTo>
                </a:path>
                <a:path w="6751320" h="2299970">
                  <a:moveTo>
                    <a:pt x="1612392" y="77597"/>
                  </a:moveTo>
                  <a:lnTo>
                    <a:pt x="1688592" y="1397"/>
                  </a:lnTo>
                </a:path>
                <a:path w="6751320" h="2299970">
                  <a:moveTo>
                    <a:pt x="1813559" y="77597"/>
                  </a:moveTo>
                  <a:lnTo>
                    <a:pt x="1737359" y="1397"/>
                  </a:lnTo>
                </a:path>
                <a:path w="6751320" h="2299970">
                  <a:moveTo>
                    <a:pt x="1737359" y="77597"/>
                  </a:moveTo>
                  <a:lnTo>
                    <a:pt x="1813559" y="1397"/>
                  </a:lnTo>
                </a:path>
                <a:path w="6751320" h="2299970">
                  <a:moveTo>
                    <a:pt x="1947671" y="77597"/>
                  </a:moveTo>
                  <a:lnTo>
                    <a:pt x="1871471" y="1397"/>
                  </a:lnTo>
                </a:path>
                <a:path w="6751320" h="2299970">
                  <a:moveTo>
                    <a:pt x="1871471" y="77597"/>
                  </a:moveTo>
                  <a:lnTo>
                    <a:pt x="1947671" y="1397"/>
                  </a:lnTo>
                </a:path>
                <a:path w="6751320" h="2299970">
                  <a:moveTo>
                    <a:pt x="2092452" y="89916"/>
                  </a:moveTo>
                  <a:lnTo>
                    <a:pt x="2016252" y="13716"/>
                  </a:lnTo>
                </a:path>
                <a:path w="6751320" h="2299970">
                  <a:moveTo>
                    <a:pt x="2016252" y="89916"/>
                  </a:moveTo>
                  <a:lnTo>
                    <a:pt x="2092452" y="13716"/>
                  </a:lnTo>
                </a:path>
                <a:path w="6751320" h="2299970">
                  <a:moveTo>
                    <a:pt x="2247899" y="160020"/>
                  </a:moveTo>
                  <a:lnTo>
                    <a:pt x="2171699" y="83820"/>
                  </a:lnTo>
                </a:path>
                <a:path w="6751320" h="2299970">
                  <a:moveTo>
                    <a:pt x="2171699" y="160020"/>
                  </a:moveTo>
                  <a:lnTo>
                    <a:pt x="2247899" y="83820"/>
                  </a:lnTo>
                </a:path>
                <a:path w="6751320" h="2299970">
                  <a:moveTo>
                    <a:pt x="2415540" y="339851"/>
                  </a:moveTo>
                  <a:lnTo>
                    <a:pt x="2339340" y="263651"/>
                  </a:lnTo>
                </a:path>
                <a:path w="6751320" h="2299970">
                  <a:moveTo>
                    <a:pt x="2339340" y="339851"/>
                  </a:moveTo>
                  <a:lnTo>
                    <a:pt x="2415540" y="263651"/>
                  </a:lnTo>
                </a:path>
                <a:path w="6751320" h="2299970">
                  <a:moveTo>
                    <a:pt x="2596896" y="588263"/>
                  </a:moveTo>
                  <a:lnTo>
                    <a:pt x="2520696" y="512063"/>
                  </a:lnTo>
                </a:path>
                <a:path w="6751320" h="2299970">
                  <a:moveTo>
                    <a:pt x="2520696" y="588263"/>
                  </a:moveTo>
                  <a:lnTo>
                    <a:pt x="2596896" y="512063"/>
                  </a:lnTo>
                </a:path>
                <a:path w="6751320" h="2299970">
                  <a:moveTo>
                    <a:pt x="2790444" y="830580"/>
                  </a:moveTo>
                  <a:lnTo>
                    <a:pt x="2714244" y="754380"/>
                  </a:lnTo>
                </a:path>
                <a:path w="6751320" h="2299970">
                  <a:moveTo>
                    <a:pt x="2714244" y="830580"/>
                  </a:moveTo>
                  <a:lnTo>
                    <a:pt x="2790444" y="754380"/>
                  </a:lnTo>
                </a:path>
                <a:path w="6751320" h="2299970">
                  <a:moveTo>
                    <a:pt x="3000756" y="1046988"/>
                  </a:moveTo>
                  <a:lnTo>
                    <a:pt x="2924556" y="970788"/>
                  </a:lnTo>
                </a:path>
                <a:path w="6751320" h="2299970">
                  <a:moveTo>
                    <a:pt x="2924556" y="1046988"/>
                  </a:moveTo>
                  <a:lnTo>
                    <a:pt x="3000756" y="970788"/>
                  </a:lnTo>
                </a:path>
                <a:path w="6751320" h="2299970">
                  <a:moveTo>
                    <a:pt x="3226308" y="1237488"/>
                  </a:moveTo>
                  <a:lnTo>
                    <a:pt x="3150108" y="1161288"/>
                  </a:lnTo>
                </a:path>
                <a:path w="6751320" h="2299970">
                  <a:moveTo>
                    <a:pt x="3150108" y="1237488"/>
                  </a:moveTo>
                  <a:lnTo>
                    <a:pt x="3226308" y="1161288"/>
                  </a:lnTo>
                </a:path>
                <a:path w="6751320" h="2299970">
                  <a:moveTo>
                    <a:pt x="3470148" y="1408176"/>
                  </a:moveTo>
                  <a:lnTo>
                    <a:pt x="3393948" y="1331976"/>
                  </a:lnTo>
                </a:path>
                <a:path w="6751320" h="2299970">
                  <a:moveTo>
                    <a:pt x="3393948" y="1408176"/>
                  </a:moveTo>
                  <a:lnTo>
                    <a:pt x="3470148" y="1331976"/>
                  </a:lnTo>
                </a:path>
                <a:path w="6751320" h="2299970">
                  <a:moveTo>
                    <a:pt x="3723131" y="1554480"/>
                  </a:moveTo>
                  <a:lnTo>
                    <a:pt x="3646931" y="1478280"/>
                  </a:lnTo>
                </a:path>
                <a:path w="6751320" h="2299970">
                  <a:moveTo>
                    <a:pt x="3646931" y="1554480"/>
                  </a:moveTo>
                  <a:lnTo>
                    <a:pt x="3723131" y="1478280"/>
                  </a:lnTo>
                </a:path>
                <a:path w="6751320" h="2299970">
                  <a:moveTo>
                    <a:pt x="3974592" y="1674876"/>
                  </a:moveTo>
                  <a:lnTo>
                    <a:pt x="3898392" y="1598676"/>
                  </a:lnTo>
                </a:path>
                <a:path w="6751320" h="2299970">
                  <a:moveTo>
                    <a:pt x="3898392" y="1674876"/>
                  </a:moveTo>
                  <a:lnTo>
                    <a:pt x="3974592" y="1598676"/>
                  </a:lnTo>
                </a:path>
                <a:path w="6751320" h="2299970">
                  <a:moveTo>
                    <a:pt x="4227576" y="1775460"/>
                  </a:moveTo>
                  <a:lnTo>
                    <a:pt x="4151376" y="1699260"/>
                  </a:lnTo>
                </a:path>
                <a:path w="6751320" h="2299970">
                  <a:moveTo>
                    <a:pt x="4151376" y="1775460"/>
                  </a:moveTo>
                  <a:lnTo>
                    <a:pt x="4227576" y="1699260"/>
                  </a:lnTo>
                </a:path>
                <a:path w="6751320" h="2299970">
                  <a:moveTo>
                    <a:pt x="4480559" y="1860804"/>
                  </a:moveTo>
                  <a:lnTo>
                    <a:pt x="4404359" y="1784604"/>
                  </a:lnTo>
                </a:path>
                <a:path w="6751320" h="2299970">
                  <a:moveTo>
                    <a:pt x="4404359" y="1860804"/>
                  </a:moveTo>
                  <a:lnTo>
                    <a:pt x="4480559" y="1784604"/>
                  </a:lnTo>
                </a:path>
                <a:path w="6751320" h="2299970">
                  <a:moveTo>
                    <a:pt x="4732019" y="1935480"/>
                  </a:moveTo>
                  <a:lnTo>
                    <a:pt x="4655819" y="1859280"/>
                  </a:lnTo>
                </a:path>
                <a:path w="6751320" h="2299970">
                  <a:moveTo>
                    <a:pt x="4655819" y="1935480"/>
                  </a:moveTo>
                  <a:lnTo>
                    <a:pt x="4732019" y="1859280"/>
                  </a:lnTo>
                </a:path>
                <a:path w="6751320" h="2299970">
                  <a:moveTo>
                    <a:pt x="4985004" y="1999488"/>
                  </a:moveTo>
                  <a:lnTo>
                    <a:pt x="4908804" y="1923288"/>
                  </a:lnTo>
                </a:path>
                <a:path w="6751320" h="2299970">
                  <a:moveTo>
                    <a:pt x="4908804" y="1999488"/>
                  </a:moveTo>
                  <a:lnTo>
                    <a:pt x="4985004" y="1923288"/>
                  </a:lnTo>
                </a:path>
                <a:path w="6751320" h="2299970">
                  <a:moveTo>
                    <a:pt x="5236463" y="2057400"/>
                  </a:moveTo>
                  <a:lnTo>
                    <a:pt x="5160263" y="1981200"/>
                  </a:lnTo>
                </a:path>
                <a:path w="6751320" h="2299970">
                  <a:moveTo>
                    <a:pt x="5160263" y="2057400"/>
                  </a:moveTo>
                  <a:lnTo>
                    <a:pt x="5236463" y="1981200"/>
                  </a:lnTo>
                </a:path>
                <a:path w="6751320" h="2299970">
                  <a:moveTo>
                    <a:pt x="5489448" y="2109216"/>
                  </a:moveTo>
                  <a:lnTo>
                    <a:pt x="5413248" y="2033016"/>
                  </a:lnTo>
                </a:path>
                <a:path w="6751320" h="2299970">
                  <a:moveTo>
                    <a:pt x="5413248" y="2109216"/>
                  </a:moveTo>
                  <a:lnTo>
                    <a:pt x="5489448" y="2033016"/>
                  </a:lnTo>
                </a:path>
                <a:path w="6751320" h="2299970">
                  <a:moveTo>
                    <a:pt x="5742432" y="2154936"/>
                  </a:moveTo>
                  <a:lnTo>
                    <a:pt x="5666232" y="2078736"/>
                  </a:lnTo>
                </a:path>
                <a:path w="6751320" h="2299970">
                  <a:moveTo>
                    <a:pt x="5666232" y="2154936"/>
                  </a:moveTo>
                  <a:lnTo>
                    <a:pt x="5742432" y="2078736"/>
                  </a:lnTo>
                </a:path>
                <a:path w="6751320" h="2299970">
                  <a:moveTo>
                    <a:pt x="5993891" y="2196084"/>
                  </a:moveTo>
                  <a:lnTo>
                    <a:pt x="5917691" y="2119884"/>
                  </a:lnTo>
                </a:path>
                <a:path w="6751320" h="2299970">
                  <a:moveTo>
                    <a:pt x="5917691" y="2196084"/>
                  </a:moveTo>
                  <a:lnTo>
                    <a:pt x="5993891" y="2119884"/>
                  </a:lnTo>
                </a:path>
                <a:path w="6751320" h="2299970">
                  <a:moveTo>
                    <a:pt x="6246876" y="2234184"/>
                  </a:moveTo>
                  <a:lnTo>
                    <a:pt x="6170676" y="2157984"/>
                  </a:lnTo>
                </a:path>
                <a:path w="6751320" h="2299970">
                  <a:moveTo>
                    <a:pt x="6170676" y="2234184"/>
                  </a:moveTo>
                  <a:lnTo>
                    <a:pt x="6246876" y="2157984"/>
                  </a:lnTo>
                </a:path>
                <a:path w="6751320" h="2299970">
                  <a:moveTo>
                    <a:pt x="6499859" y="2267712"/>
                  </a:moveTo>
                  <a:lnTo>
                    <a:pt x="6423659" y="2191512"/>
                  </a:lnTo>
                </a:path>
                <a:path w="6751320" h="2299970">
                  <a:moveTo>
                    <a:pt x="6423659" y="2267712"/>
                  </a:moveTo>
                  <a:lnTo>
                    <a:pt x="6499859" y="2191512"/>
                  </a:lnTo>
                </a:path>
                <a:path w="6751320" h="2299970">
                  <a:moveTo>
                    <a:pt x="6751319" y="2299716"/>
                  </a:moveTo>
                  <a:lnTo>
                    <a:pt x="6675119" y="2223516"/>
                  </a:lnTo>
                </a:path>
                <a:path w="6751320" h="2299970">
                  <a:moveTo>
                    <a:pt x="6675119" y="2299716"/>
                  </a:moveTo>
                  <a:lnTo>
                    <a:pt x="6751319" y="2223516"/>
                  </a:lnTo>
                </a:path>
              </a:pathLst>
            </a:custGeom>
            <a:ln w="9525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8" name="object 488"/>
            <p:cNvSpPr/>
            <p:nvPr/>
          </p:nvSpPr>
          <p:spPr>
            <a:xfrm>
              <a:off x="2418842" y="2984754"/>
              <a:ext cx="6858000" cy="2330450"/>
            </a:xfrm>
            <a:custGeom>
              <a:avLst/>
              <a:gdLst/>
              <a:ahLst/>
              <a:cxnLst/>
              <a:rect l="l" t="t" r="r" b="b"/>
              <a:pathLst>
                <a:path w="6858000" h="2330450">
                  <a:moveTo>
                    <a:pt x="38100" y="48768"/>
                  </a:moveTo>
                  <a:lnTo>
                    <a:pt x="38100" y="124968"/>
                  </a:lnTo>
                </a:path>
                <a:path w="6858000" h="2330450">
                  <a:moveTo>
                    <a:pt x="0" y="86868"/>
                  </a:moveTo>
                  <a:lnTo>
                    <a:pt x="76200" y="86868"/>
                  </a:lnTo>
                </a:path>
                <a:path w="6858000" h="2330450">
                  <a:moveTo>
                    <a:pt x="38100" y="48768"/>
                  </a:moveTo>
                  <a:lnTo>
                    <a:pt x="38100" y="124968"/>
                  </a:lnTo>
                </a:path>
                <a:path w="6858000" h="2330450">
                  <a:moveTo>
                    <a:pt x="0" y="86868"/>
                  </a:moveTo>
                  <a:lnTo>
                    <a:pt x="76200" y="86868"/>
                  </a:lnTo>
                </a:path>
                <a:path w="6858000" h="2330450">
                  <a:moveTo>
                    <a:pt x="38100" y="48768"/>
                  </a:moveTo>
                  <a:lnTo>
                    <a:pt x="38100" y="124968"/>
                  </a:lnTo>
                </a:path>
                <a:path w="6858000" h="2330450">
                  <a:moveTo>
                    <a:pt x="0" y="86868"/>
                  </a:moveTo>
                  <a:lnTo>
                    <a:pt x="76200" y="86868"/>
                  </a:lnTo>
                </a:path>
                <a:path w="6858000" h="2330450">
                  <a:moveTo>
                    <a:pt x="38100" y="48768"/>
                  </a:moveTo>
                  <a:lnTo>
                    <a:pt x="38100" y="124968"/>
                  </a:lnTo>
                </a:path>
                <a:path w="6858000" h="2330450">
                  <a:moveTo>
                    <a:pt x="0" y="86868"/>
                  </a:moveTo>
                  <a:lnTo>
                    <a:pt x="76200" y="86868"/>
                  </a:lnTo>
                </a:path>
                <a:path w="6858000" h="2330450">
                  <a:moveTo>
                    <a:pt x="38100" y="48768"/>
                  </a:moveTo>
                  <a:lnTo>
                    <a:pt x="38100" y="124968"/>
                  </a:lnTo>
                </a:path>
                <a:path w="6858000" h="2330450">
                  <a:moveTo>
                    <a:pt x="0" y="86868"/>
                  </a:moveTo>
                  <a:lnTo>
                    <a:pt x="76200" y="86868"/>
                  </a:lnTo>
                </a:path>
                <a:path w="6858000" h="2330450">
                  <a:moveTo>
                    <a:pt x="38100" y="48768"/>
                  </a:moveTo>
                  <a:lnTo>
                    <a:pt x="38100" y="124968"/>
                  </a:lnTo>
                </a:path>
                <a:path w="6858000" h="2330450">
                  <a:moveTo>
                    <a:pt x="0" y="86868"/>
                  </a:moveTo>
                  <a:lnTo>
                    <a:pt x="76200" y="86868"/>
                  </a:lnTo>
                </a:path>
                <a:path w="6858000" h="2330450">
                  <a:moveTo>
                    <a:pt x="39624" y="48768"/>
                  </a:moveTo>
                  <a:lnTo>
                    <a:pt x="39624" y="124968"/>
                  </a:lnTo>
                </a:path>
                <a:path w="6858000" h="2330450">
                  <a:moveTo>
                    <a:pt x="1524" y="86868"/>
                  </a:moveTo>
                  <a:lnTo>
                    <a:pt x="77724" y="86868"/>
                  </a:lnTo>
                </a:path>
                <a:path w="6858000" h="2330450">
                  <a:moveTo>
                    <a:pt x="39624" y="48768"/>
                  </a:moveTo>
                  <a:lnTo>
                    <a:pt x="39624" y="124968"/>
                  </a:lnTo>
                </a:path>
                <a:path w="6858000" h="2330450">
                  <a:moveTo>
                    <a:pt x="1524" y="86868"/>
                  </a:moveTo>
                  <a:lnTo>
                    <a:pt x="77724" y="86868"/>
                  </a:lnTo>
                </a:path>
                <a:path w="6858000" h="2330450">
                  <a:moveTo>
                    <a:pt x="39624" y="48768"/>
                  </a:moveTo>
                  <a:lnTo>
                    <a:pt x="39624" y="124968"/>
                  </a:lnTo>
                </a:path>
                <a:path w="6858000" h="2330450">
                  <a:moveTo>
                    <a:pt x="1524" y="86868"/>
                  </a:moveTo>
                  <a:lnTo>
                    <a:pt x="77724" y="86868"/>
                  </a:lnTo>
                </a:path>
                <a:path w="6858000" h="2330450">
                  <a:moveTo>
                    <a:pt x="39624" y="48768"/>
                  </a:moveTo>
                  <a:lnTo>
                    <a:pt x="39624" y="124968"/>
                  </a:lnTo>
                </a:path>
                <a:path w="6858000" h="2330450">
                  <a:moveTo>
                    <a:pt x="1524" y="86868"/>
                  </a:moveTo>
                  <a:lnTo>
                    <a:pt x="77724" y="86868"/>
                  </a:lnTo>
                </a:path>
                <a:path w="6858000" h="2330450">
                  <a:moveTo>
                    <a:pt x="39624" y="48768"/>
                  </a:moveTo>
                  <a:lnTo>
                    <a:pt x="39624" y="124968"/>
                  </a:lnTo>
                </a:path>
                <a:path w="6858000" h="2330450">
                  <a:moveTo>
                    <a:pt x="1524" y="86868"/>
                  </a:moveTo>
                  <a:lnTo>
                    <a:pt x="77724" y="86868"/>
                  </a:lnTo>
                </a:path>
                <a:path w="6858000" h="2330450">
                  <a:moveTo>
                    <a:pt x="39624" y="48768"/>
                  </a:moveTo>
                  <a:lnTo>
                    <a:pt x="39624" y="124968"/>
                  </a:lnTo>
                </a:path>
                <a:path w="6858000" h="2330450">
                  <a:moveTo>
                    <a:pt x="1524" y="86868"/>
                  </a:moveTo>
                  <a:lnTo>
                    <a:pt x="77724" y="86868"/>
                  </a:lnTo>
                </a:path>
                <a:path w="6858000" h="2330450">
                  <a:moveTo>
                    <a:pt x="39624" y="48768"/>
                  </a:moveTo>
                  <a:lnTo>
                    <a:pt x="39624" y="124968"/>
                  </a:lnTo>
                </a:path>
                <a:path w="6858000" h="2330450">
                  <a:moveTo>
                    <a:pt x="1524" y="86868"/>
                  </a:moveTo>
                  <a:lnTo>
                    <a:pt x="77724" y="86868"/>
                  </a:lnTo>
                </a:path>
                <a:path w="6858000" h="2330450">
                  <a:moveTo>
                    <a:pt x="39624" y="48768"/>
                  </a:moveTo>
                  <a:lnTo>
                    <a:pt x="39624" y="124968"/>
                  </a:lnTo>
                </a:path>
                <a:path w="6858000" h="2330450">
                  <a:moveTo>
                    <a:pt x="1524" y="86868"/>
                  </a:moveTo>
                  <a:lnTo>
                    <a:pt x="77724" y="86868"/>
                  </a:lnTo>
                </a:path>
                <a:path w="6858000" h="2330450">
                  <a:moveTo>
                    <a:pt x="39624" y="48768"/>
                  </a:moveTo>
                  <a:lnTo>
                    <a:pt x="39624" y="124968"/>
                  </a:lnTo>
                </a:path>
                <a:path w="6858000" h="2330450">
                  <a:moveTo>
                    <a:pt x="1524" y="86868"/>
                  </a:moveTo>
                  <a:lnTo>
                    <a:pt x="77724" y="86868"/>
                  </a:lnTo>
                </a:path>
                <a:path w="6858000" h="2330450">
                  <a:moveTo>
                    <a:pt x="39624" y="48768"/>
                  </a:moveTo>
                  <a:lnTo>
                    <a:pt x="39624" y="124968"/>
                  </a:lnTo>
                </a:path>
                <a:path w="6858000" h="2330450">
                  <a:moveTo>
                    <a:pt x="1524" y="86868"/>
                  </a:moveTo>
                  <a:lnTo>
                    <a:pt x="77724" y="86868"/>
                  </a:lnTo>
                </a:path>
                <a:path w="6858000" h="2330450">
                  <a:moveTo>
                    <a:pt x="39624" y="48768"/>
                  </a:moveTo>
                  <a:lnTo>
                    <a:pt x="39624" y="124968"/>
                  </a:lnTo>
                </a:path>
                <a:path w="6858000" h="2330450">
                  <a:moveTo>
                    <a:pt x="1524" y="86868"/>
                  </a:moveTo>
                  <a:lnTo>
                    <a:pt x="77724" y="86868"/>
                  </a:lnTo>
                </a:path>
                <a:path w="6858000" h="2330450">
                  <a:moveTo>
                    <a:pt x="39624" y="48768"/>
                  </a:moveTo>
                  <a:lnTo>
                    <a:pt x="39624" y="124968"/>
                  </a:lnTo>
                </a:path>
                <a:path w="6858000" h="2330450">
                  <a:moveTo>
                    <a:pt x="1524" y="86868"/>
                  </a:moveTo>
                  <a:lnTo>
                    <a:pt x="77724" y="86868"/>
                  </a:lnTo>
                </a:path>
                <a:path w="6858000" h="2330450">
                  <a:moveTo>
                    <a:pt x="39624" y="48768"/>
                  </a:moveTo>
                  <a:lnTo>
                    <a:pt x="39624" y="124968"/>
                  </a:lnTo>
                </a:path>
                <a:path w="6858000" h="2330450">
                  <a:moveTo>
                    <a:pt x="1524" y="86868"/>
                  </a:moveTo>
                  <a:lnTo>
                    <a:pt x="77724" y="86868"/>
                  </a:lnTo>
                </a:path>
                <a:path w="6858000" h="2330450">
                  <a:moveTo>
                    <a:pt x="39624" y="48768"/>
                  </a:moveTo>
                  <a:lnTo>
                    <a:pt x="39624" y="124968"/>
                  </a:lnTo>
                </a:path>
                <a:path w="6858000" h="2330450">
                  <a:moveTo>
                    <a:pt x="1524" y="86868"/>
                  </a:moveTo>
                  <a:lnTo>
                    <a:pt x="77724" y="86868"/>
                  </a:lnTo>
                </a:path>
                <a:path w="6858000" h="2330450">
                  <a:moveTo>
                    <a:pt x="39624" y="48768"/>
                  </a:moveTo>
                  <a:lnTo>
                    <a:pt x="39624" y="124968"/>
                  </a:lnTo>
                </a:path>
                <a:path w="6858000" h="2330450">
                  <a:moveTo>
                    <a:pt x="1524" y="86868"/>
                  </a:moveTo>
                  <a:lnTo>
                    <a:pt x="77724" y="86868"/>
                  </a:lnTo>
                </a:path>
                <a:path w="6858000" h="2330450">
                  <a:moveTo>
                    <a:pt x="39624" y="48768"/>
                  </a:moveTo>
                  <a:lnTo>
                    <a:pt x="39624" y="124968"/>
                  </a:lnTo>
                </a:path>
                <a:path w="6858000" h="2330450">
                  <a:moveTo>
                    <a:pt x="1524" y="86868"/>
                  </a:moveTo>
                  <a:lnTo>
                    <a:pt x="77724" y="86868"/>
                  </a:lnTo>
                </a:path>
                <a:path w="6858000" h="2330450">
                  <a:moveTo>
                    <a:pt x="39624" y="48768"/>
                  </a:moveTo>
                  <a:lnTo>
                    <a:pt x="39624" y="124968"/>
                  </a:lnTo>
                </a:path>
                <a:path w="6858000" h="2330450">
                  <a:moveTo>
                    <a:pt x="1524" y="86868"/>
                  </a:moveTo>
                  <a:lnTo>
                    <a:pt x="77724" y="86868"/>
                  </a:lnTo>
                </a:path>
                <a:path w="6858000" h="2330450">
                  <a:moveTo>
                    <a:pt x="39624" y="48768"/>
                  </a:moveTo>
                  <a:lnTo>
                    <a:pt x="39624" y="124968"/>
                  </a:lnTo>
                </a:path>
                <a:path w="6858000" h="2330450">
                  <a:moveTo>
                    <a:pt x="1524" y="86868"/>
                  </a:moveTo>
                  <a:lnTo>
                    <a:pt x="77724" y="86868"/>
                  </a:lnTo>
                </a:path>
                <a:path w="6858000" h="2330450">
                  <a:moveTo>
                    <a:pt x="39624" y="48768"/>
                  </a:moveTo>
                  <a:lnTo>
                    <a:pt x="39624" y="124968"/>
                  </a:lnTo>
                </a:path>
                <a:path w="6858000" h="2330450">
                  <a:moveTo>
                    <a:pt x="1524" y="86868"/>
                  </a:moveTo>
                  <a:lnTo>
                    <a:pt x="77724" y="86868"/>
                  </a:lnTo>
                </a:path>
                <a:path w="6858000" h="2330450">
                  <a:moveTo>
                    <a:pt x="39624" y="47244"/>
                  </a:moveTo>
                  <a:lnTo>
                    <a:pt x="39624" y="123444"/>
                  </a:lnTo>
                </a:path>
                <a:path w="6858000" h="2330450">
                  <a:moveTo>
                    <a:pt x="1524" y="85344"/>
                  </a:moveTo>
                  <a:lnTo>
                    <a:pt x="77724" y="85344"/>
                  </a:lnTo>
                </a:path>
                <a:path w="6858000" h="2330450">
                  <a:moveTo>
                    <a:pt x="39624" y="47244"/>
                  </a:moveTo>
                  <a:lnTo>
                    <a:pt x="39624" y="123444"/>
                  </a:lnTo>
                </a:path>
                <a:path w="6858000" h="2330450">
                  <a:moveTo>
                    <a:pt x="1524" y="85344"/>
                  </a:moveTo>
                  <a:lnTo>
                    <a:pt x="77724" y="85344"/>
                  </a:lnTo>
                </a:path>
                <a:path w="6858000" h="2330450">
                  <a:moveTo>
                    <a:pt x="39624" y="47244"/>
                  </a:moveTo>
                  <a:lnTo>
                    <a:pt x="39624" y="123444"/>
                  </a:lnTo>
                </a:path>
                <a:path w="6858000" h="2330450">
                  <a:moveTo>
                    <a:pt x="1524" y="85344"/>
                  </a:moveTo>
                  <a:lnTo>
                    <a:pt x="77724" y="85344"/>
                  </a:lnTo>
                </a:path>
                <a:path w="6858000" h="2330450">
                  <a:moveTo>
                    <a:pt x="39624" y="47244"/>
                  </a:moveTo>
                  <a:lnTo>
                    <a:pt x="39624" y="123444"/>
                  </a:lnTo>
                </a:path>
                <a:path w="6858000" h="2330450">
                  <a:moveTo>
                    <a:pt x="1524" y="85344"/>
                  </a:moveTo>
                  <a:lnTo>
                    <a:pt x="77724" y="85344"/>
                  </a:lnTo>
                </a:path>
                <a:path w="6858000" h="2330450">
                  <a:moveTo>
                    <a:pt x="39624" y="47244"/>
                  </a:moveTo>
                  <a:lnTo>
                    <a:pt x="39624" y="123444"/>
                  </a:lnTo>
                </a:path>
                <a:path w="6858000" h="2330450">
                  <a:moveTo>
                    <a:pt x="1524" y="85344"/>
                  </a:moveTo>
                  <a:lnTo>
                    <a:pt x="77724" y="85344"/>
                  </a:lnTo>
                </a:path>
                <a:path w="6858000" h="2330450">
                  <a:moveTo>
                    <a:pt x="39624" y="47244"/>
                  </a:moveTo>
                  <a:lnTo>
                    <a:pt x="39624" y="123444"/>
                  </a:lnTo>
                </a:path>
                <a:path w="6858000" h="2330450">
                  <a:moveTo>
                    <a:pt x="1524" y="85344"/>
                  </a:moveTo>
                  <a:lnTo>
                    <a:pt x="77724" y="85344"/>
                  </a:lnTo>
                </a:path>
                <a:path w="6858000" h="2330450">
                  <a:moveTo>
                    <a:pt x="41147" y="47244"/>
                  </a:moveTo>
                  <a:lnTo>
                    <a:pt x="41147" y="123444"/>
                  </a:lnTo>
                </a:path>
                <a:path w="6858000" h="2330450">
                  <a:moveTo>
                    <a:pt x="3047" y="85344"/>
                  </a:moveTo>
                  <a:lnTo>
                    <a:pt x="79247" y="85344"/>
                  </a:lnTo>
                </a:path>
                <a:path w="6858000" h="2330450">
                  <a:moveTo>
                    <a:pt x="41147" y="47244"/>
                  </a:moveTo>
                  <a:lnTo>
                    <a:pt x="41147" y="123444"/>
                  </a:lnTo>
                </a:path>
                <a:path w="6858000" h="2330450">
                  <a:moveTo>
                    <a:pt x="3047" y="85344"/>
                  </a:moveTo>
                  <a:lnTo>
                    <a:pt x="79247" y="85344"/>
                  </a:lnTo>
                </a:path>
                <a:path w="6858000" h="2330450">
                  <a:moveTo>
                    <a:pt x="41147" y="47244"/>
                  </a:moveTo>
                  <a:lnTo>
                    <a:pt x="41147" y="123444"/>
                  </a:lnTo>
                </a:path>
                <a:path w="6858000" h="2330450">
                  <a:moveTo>
                    <a:pt x="3047" y="85344"/>
                  </a:moveTo>
                  <a:lnTo>
                    <a:pt x="79247" y="85344"/>
                  </a:lnTo>
                </a:path>
                <a:path w="6858000" h="2330450">
                  <a:moveTo>
                    <a:pt x="41147" y="47244"/>
                  </a:moveTo>
                  <a:lnTo>
                    <a:pt x="41147" y="123444"/>
                  </a:lnTo>
                </a:path>
                <a:path w="6858000" h="2330450">
                  <a:moveTo>
                    <a:pt x="3047" y="85344"/>
                  </a:moveTo>
                  <a:lnTo>
                    <a:pt x="79247" y="85344"/>
                  </a:lnTo>
                </a:path>
                <a:path w="6858000" h="2330450">
                  <a:moveTo>
                    <a:pt x="41147" y="47244"/>
                  </a:moveTo>
                  <a:lnTo>
                    <a:pt x="41147" y="123444"/>
                  </a:lnTo>
                </a:path>
                <a:path w="6858000" h="2330450">
                  <a:moveTo>
                    <a:pt x="3047" y="85344"/>
                  </a:moveTo>
                  <a:lnTo>
                    <a:pt x="79247" y="85344"/>
                  </a:lnTo>
                </a:path>
                <a:path w="6858000" h="2330450">
                  <a:moveTo>
                    <a:pt x="41147" y="47244"/>
                  </a:moveTo>
                  <a:lnTo>
                    <a:pt x="41147" y="123444"/>
                  </a:lnTo>
                </a:path>
                <a:path w="6858000" h="2330450">
                  <a:moveTo>
                    <a:pt x="3047" y="85344"/>
                  </a:moveTo>
                  <a:lnTo>
                    <a:pt x="79247" y="85344"/>
                  </a:lnTo>
                </a:path>
                <a:path w="6858000" h="2330450">
                  <a:moveTo>
                    <a:pt x="41147" y="47244"/>
                  </a:moveTo>
                  <a:lnTo>
                    <a:pt x="41147" y="123444"/>
                  </a:lnTo>
                </a:path>
                <a:path w="6858000" h="2330450">
                  <a:moveTo>
                    <a:pt x="3047" y="85344"/>
                  </a:moveTo>
                  <a:lnTo>
                    <a:pt x="79247" y="85344"/>
                  </a:lnTo>
                </a:path>
                <a:path w="6858000" h="2330450">
                  <a:moveTo>
                    <a:pt x="41147" y="45720"/>
                  </a:moveTo>
                  <a:lnTo>
                    <a:pt x="41147" y="121920"/>
                  </a:lnTo>
                </a:path>
                <a:path w="6858000" h="2330450">
                  <a:moveTo>
                    <a:pt x="3047" y="83820"/>
                  </a:moveTo>
                  <a:lnTo>
                    <a:pt x="79247" y="83820"/>
                  </a:lnTo>
                </a:path>
                <a:path w="6858000" h="2330450">
                  <a:moveTo>
                    <a:pt x="41147" y="45720"/>
                  </a:moveTo>
                  <a:lnTo>
                    <a:pt x="41147" y="121920"/>
                  </a:lnTo>
                </a:path>
                <a:path w="6858000" h="2330450">
                  <a:moveTo>
                    <a:pt x="3047" y="83820"/>
                  </a:moveTo>
                  <a:lnTo>
                    <a:pt x="79247" y="83820"/>
                  </a:lnTo>
                </a:path>
                <a:path w="6858000" h="2330450">
                  <a:moveTo>
                    <a:pt x="41147" y="45720"/>
                  </a:moveTo>
                  <a:lnTo>
                    <a:pt x="41147" y="121920"/>
                  </a:lnTo>
                </a:path>
                <a:path w="6858000" h="2330450">
                  <a:moveTo>
                    <a:pt x="3047" y="83820"/>
                  </a:moveTo>
                  <a:lnTo>
                    <a:pt x="79247" y="83820"/>
                  </a:lnTo>
                </a:path>
                <a:path w="6858000" h="2330450">
                  <a:moveTo>
                    <a:pt x="42671" y="45720"/>
                  </a:moveTo>
                  <a:lnTo>
                    <a:pt x="42671" y="121920"/>
                  </a:lnTo>
                </a:path>
                <a:path w="6858000" h="2330450">
                  <a:moveTo>
                    <a:pt x="4571" y="83820"/>
                  </a:moveTo>
                  <a:lnTo>
                    <a:pt x="80771" y="83820"/>
                  </a:lnTo>
                </a:path>
                <a:path w="6858000" h="2330450">
                  <a:moveTo>
                    <a:pt x="42671" y="45720"/>
                  </a:moveTo>
                  <a:lnTo>
                    <a:pt x="42671" y="121920"/>
                  </a:lnTo>
                </a:path>
                <a:path w="6858000" h="2330450">
                  <a:moveTo>
                    <a:pt x="4571" y="83820"/>
                  </a:moveTo>
                  <a:lnTo>
                    <a:pt x="80771" y="83820"/>
                  </a:lnTo>
                </a:path>
                <a:path w="6858000" h="2330450">
                  <a:moveTo>
                    <a:pt x="42671" y="45720"/>
                  </a:moveTo>
                  <a:lnTo>
                    <a:pt x="42671" y="121920"/>
                  </a:lnTo>
                </a:path>
                <a:path w="6858000" h="2330450">
                  <a:moveTo>
                    <a:pt x="4571" y="83820"/>
                  </a:moveTo>
                  <a:lnTo>
                    <a:pt x="80771" y="83820"/>
                  </a:lnTo>
                </a:path>
                <a:path w="6858000" h="2330450">
                  <a:moveTo>
                    <a:pt x="42671" y="45720"/>
                  </a:moveTo>
                  <a:lnTo>
                    <a:pt x="42671" y="121920"/>
                  </a:lnTo>
                </a:path>
                <a:path w="6858000" h="2330450">
                  <a:moveTo>
                    <a:pt x="4571" y="83820"/>
                  </a:moveTo>
                  <a:lnTo>
                    <a:pt x="80771" y="83820"/>
                  </a:lnTo>
                </a:path>
                <a:path w="6858000" h="2330450">
                  <a:moveTo>
                    <a:pt x="42671" y="44196"/>
                  </a:moveTo>
                  <a:lnTo>
                    <a:pt x="42671" y="120396"/>
                  </a:lnTo>
                </a:path>
                <a:path w="6858000" h="2330450">
                  <a:moveTo>
                    <a:pt x="4571" y="82296"/>
                  </a:moveTo>
                  <a:lnTo>
                    <a:pt x="80771" y="82296"/>
                  </a:lnTo>
                </a:path>
                <a:path w="6858000" h="2330450">
                  <a:moveTo>
                    <a:pt x="42671" y="44196"/>
                  </a:moveTo>
                  <a:lnTo>
                    <a:pt x="42671" y="120396"/>
                  </a:lnTo>
                </a:path>
                <a:path w="6858000" h="2330450">
                  <a:moveTo>
                    <a:pt x="4571" y="82296"/>
                  </a:moveTo>
                  <a:lnTo>
                    <a:pt x="80771" y="82296"/>
                  </a:lnTo>
                </a:path>
                <a:path w="6858000" h="2330450">
                  <a:moveTo>
                    <a:pt x="42671" y="44196"/>
                  </a:moveTo>
                  <a:lnTo>
                    <a:pt x="42671" y="120396"/>
                  </a:lnTo>
                </a:path>
                <a:path w="6858000" h="2330450">
                  <a:moveTo>
                    <a:pt x="4571" y="82296"/>
                  </a:moveTo>
                  <a:lnTo>
                    <a:pt x="80771" y="82296"/>
                  </a:lnTo>
                </a:path>
                <a:path w="6858000" h="2330450">
                  <a:moveTo>
                    <a:pt x="44195" y="44196"/>
                  </a:moveTo>
                  <a:lnTo>
                    <a:pt x="44195" y="120396"/>
                  </a:lnTo>
                </a:path>
                <a:path w="6858000" h="2330450">
                  <a:moveTo>
                    <a:pt x="6095" y="82296"/>
                  </a:moveTo>
                  <a:lnTo>
                    <a:pt x="82295" y="82296"/>
                  </a:lnTo>
                </a:path>
                <a:path w="6858000" h="2330450">
                  <a:moveTo>
                    <a:pt x="44195" y="44196"/>
                  </a:moveTo>
                  <a:lnTo>
                    <a:pt x="44195" y="120396"/>
                  </a:lnTo>
                </a:path>
                <a:path w="6858000" h="2330450">
                  <a:moveTo>
                    <a:pt x="6095" y="82296"/>
                  </a:moveTo>
                  <a:lnTo>
                    <a:pt x="82295" y="82296"/>
                  </a:lnTo>
                </a:path>
                <a:path w="6858000" h="2330450">
                  <a:moveTo>
                    <a:pt x="44195" y="44196"/>
                  </a:moveTo>
                  <a:lnTo>
                    <a:pt x="44195" y="120396"/>
                  </a:lnTo>
                </a:path>
                <a:path w="6858000" h="2330450">
                  <a:moveTo>
                    <a:pt x="6095" y="82296"/>
                  </a:moveTo>
                  <a:lnTo>
                    <a:pt x="82295" y="82296"/>
                  </a:lnTo>
                </a:path>
                <a:path w="6858000" h="2330450">
                  <a:moveTo>
                    <a:pt x="44195" y="42545"/>
                  </a:moveTo>
                  <a:lnTo>
                    <a:pt x="44195" y="118745"/>
                  </a:lnTo>
                </a:path>
                <a:path w="6858000" h="2330450">
                  <a:moveTo>
                    <a:pt x="6095" y="80645"/>
                  </a:moveTo>
                  <a:lnTo>
                    <a:pt x="82295" y="80645"/>
                  </a:lnTo>
                </a:path>
                <a:path w="6858000" h="2330450">
                  <a:moveTo>
                    <a:pt x="44195" y="42545"/>
                  </a:moveTo>
                  <a:lnTo>
                    <a:pt x="44195" y="118745"/>
                  </a:lnTo>
                </a:path>
                <a:path w="6858000" h="2330450">
                  <a:moveTo>
                    <a:pt x="6095" y="80645"/>
                  </a:moveTo>
                  <a:lnTo>
                    <a:pt x="82295" y="80645"/>
                  </a:lnTo>
                </a:path>
                <a:path w="6858000" h="2330450">
                  <a:moveTo>
                    <a:pt x="44195" y="42545"/>
                  </a:moveTo>
                  <a:lnTo>
                    <a:pt x="44195" y="118745"/>
                  </a:lnTo>
                </a:path>
                <a:path w="6858000" h="2330450">
                  <a:moveTo>
                    <a:pt x="6095" y="80645"/>
                  </a:moveTo>
                  <a:lnTo>
                    <a:pt x="82295" y="80645"/>
                  </a:lnTo>
                </a:path>
                <a:path w="6858000" h="2330450">
                  <a:moveTo>
                    <a:pt x="45719" y="42545"/>
                  </a:moveTo>
                  <a:lnTo>
                    <a:pt x="45719" y="118745"/>
                  </a:lnTo>
                </a:path>
                <a:path w="6858000" h="2330450">
                  <a:moveTo>
                    <a:pt x="7619" y="80645"/>
                  </a:moveTo>
                  <a:lnTo>
                    <a:pt x="83819" y="80645"/>
                  </a:lnTo>
                </a:path>
                <a:path w="6858000" h="2330450">
                  <a:moveTo>
                    <a:pt x="45719" y="42545"/>
                  </a:moveTo>
                  <a:lnTo>
                    <a:pt x="45719" y="118745"/>
                  </a:lnTo>
                </a:path>
                <a:path w="6858000" h="2330450">
                  <a:moveTo>
                    <a:pt x="7619" y="80645"/>
                  </a:moveTo>
                  <a:lnTo>
                    <a:pt x="83819" y="80645"/>
                  </a:lnTo>
                </a:path>
                <a:path w="6858000" h="2330450">
                  <a:moveTo>
                    <a:pt x="45719" y="41021"/>
                  </a:moveTo>
                  <a:lnTo>
                    <a:pt x="45719" y="117221"/>
                  </a:lnTo>
                </a:path>
                <a:path w="6858000" h="2330450">
                  <a:moveTo>
                    <a:pt x="7619" y="79121"/>
                  </a:moveTo>
                  <a:lnTo>
                    <a:pt x="83819" y="79121"/>
                  </a:lnTo>
                </a:path>
                <a:path w="6858000" h="2330450">
                  <a:moveTo>
                    <a:pt x="45719" y="41021"/>
                  </a:moveTo>
                  <a:lnTo>
                    <a:pt x="45719" y="117221"/>
                  </a:lnTo>
                </a:path>
                <a:path w="6858000" h="2330450">
                  <a:moveTo>
                    <a:pt x="7619" y="79121"/>
                  </a:moveTo>
                  <a:lnTo>
                    <a:pt x="83819" y="79121"/>
                  </a:lnTo>
                </a:path>
                <a:path w="6858000" h="2330450">
                  <a:moveTo>
                    <a:pt x="47243" y="41021"/>
                  </a:moveTo>
                  <a:lnTo>
                    <a:pt x="47243" y="117221"/>
                  </a:lnTo>
                </a:path>
                <a:path w="6858000" h="2330450">
                  <a:moveTo>
                    <a:pt x="9143" y="79121"/>
                  </a:moveTo>
                  <a:lnTo>
                    <a:pt x="85343" y="79121"/>
                  </a:lnTo>
                </a:path>
                <a:path w="6858000" h="2330450">
                  <a:moveTo>
                    <a:pt x="47243" y="41021"/>
                  </a:moveTo>
                  <a:lnTo>
                    <a:pt x="47243" y="117221"/>
                  </a:lnTo>
                </a:path>
                <a:path w="6858000" h="2330450">
                  <a:moveTo>
                    <a:pt x="9143" y="79121"/>
                  </a:moveTo>
                  <a:lnTo>
                    <a:pt x="85343" y="79121"/>
                  </a:lnTo>
                </a:path>
                <a:path w="6858000" h="2330450">
                  <a:moveTo>
                    <a:pt x="47243" y="39624"/>
                  </a:moveTo>
                  <a:lnTo>
                    <a:pt x="47243" y="115824"/>
                  </a:lnTo>
                </a:path>
                <a:path w="6858000" h="2330450">
                  <a:moveTo>
                    <a:pt x="9143" y="77724"/>
                  </a:moveTo>
                  <a:lnTo>
                    <a:pt x="85343" y="77724"/>
                  </a:lnTo>
                </a:path>
                <a:path w="6858000" h="2330450">
                  <a:moveTo>
                    <a:pt x="48768" y="39624"/>
                  </a:moveTo>
                  <a:lnTo>
                    <a:pt x="48768" y="115824"/>
                  </a:lnTo>
                </a:path>
                <a:path w="6858000" h="2330450">
                  <a:moveTo>
                    <a:pt x="10668" y="77724"/>
                  </a:moveTo>
                  <a:lnTo>
                    <a:pt x="86868" y="77724"/>
                  </a:lnTo>
                </a:path>
                <a:path w="6858000" h="2330450">
                  <a:moveTo>
                    <a:pt x="48768" y="39624"/>
                  </a:moveTo>
                  <a:lnTo>
                    <a:pt x="48768" y="115824"/>
                  </a:lnTo>
                </a:path>
                <a:path w="6858000" h="2330450">
                  <a:moveTo>
                    <a:pt x="10668" y="77724"/>
                  </a:moveTo>
                  <a:lnTo>
                    <a:pt x="86868" y="77724"/>
                  </a:lnTo>
                </a:path>
                <a:path w="6858000" h="2330450">
                  <a:moveTo>
                    <a:pt x="48768" y="38100"/>
                  </a:moveTo>
                  <a:lnTo>
                    <a:pt x="48768" y="114300"/>
                  </a:lnTo>
                </a:path>
                <a:path w="6858000" h="2330450">
                  <a:moveTo>
                    <a:pt x="10668" y="76200"/>
                  </a:moveTo>
                  <a:lnTo>
                    <a:pt x="86868" y="76200"/>
                  </a:lnTo>
                </a:path>
                <a:path w="6858000" h="2330450">
                  <a:moveTo>
                    <a:pt x="50291" y="38100"/>
                  </a:moveTo>
                  <a:lnTo>
                    <a:pt x="50291" y="114300"/>
                  </a:lnTo>
                </a:path>
                <a:path w="6858000" h="2330450">
                  <a:moveTo>
                    <a:pt x="12191" y="76200"/>
                  </a:moveTo>
                  <a:lnTo>
                    <a:pt x="88391" y="76200"/>
                  </a:lnTo>
                </a:path>
                <a:path w="6858000" h="2330450">
                  <a:moveTo>
                    <a:pt x="50291" y="38100"/>
                  </a:moveTo>
                  <a:lnTo>
                    <a:pt x="50291" y="114300"/>
                  </a:lnTo>
                </a:path>
                <a:path w="6858000" h="2330450">
                  <a:moveTo>
                    <a:pt x="12191" y="76200"/>
                  </a:moveTo>
                  <a:lnTo>
                    <a:pt x="88391" y="76200"/>
                  </a:lnTo>
                </a:path>
                <a:path w="6858000" h="2330450">
                  <a:moveTo>
                    <a:pt x="50291" y="36575"/>
                  </a:moveTo>
                  <a:lnTo>
                    <a:pt x="50291" y="112775"/>
                  </a:lnTo>
                </a:path>
                <a:path w="6858000" h="2330450">
                  <a:moveTo>
                    <a:pt x="12191" y="74675"/>
                  </a:moveTo>
                  <a:lnTo>
                    <a:pt x="88391" y="74675"/>
                  </a:lnTo>
                </a:path>
                <a:path w="6858000" h="2330450">
                  <a:moveTo>
                    <a:pt x="51815" y="36575"/>
                  </a:moveTo>
                  <a:lnTo>
                    <a:pt x="51815" y="112775"/>
                  </a:lnTo>
                </a:path>
                <a:path w="6858000" h="2330450">
                  <a:moveTo>
                    <a:pt x="13715" y="74675"/>
                  </a:moveTo>
                  <a:lnTo>
                    <a:pt x="89915" y="74675"/>
                  </a:lnTo>
                </a:path>
                <a:path w="6858000" h="2330450">
                  <a:moveTo>
                    <a:pt x="51815" y="36575"/>
                  </a:moveTo>
                  <a:lnTo>
                    <a:pt x="51815" y="112775"/>
                  </a:lnTo>
                </a:path>
                <a:path w="6858000" h="2330450">
                  <a:moveTo>
                    <a:pt x="13715" y="74675"/>
                  </a:moveTo>
                  <a:lnTo>
                    <a:pt x="89915" y="74675"/>
                  </a:lnTo>
                </a:path>
                <a:path w="6858000" h="2330450">
                  <a:moveTo>
                    <a:pt x="53339" y="35051"/>
                  </a:moveTo>
                  <a:lnTo>
                    <a:pt x="53339" y="111251"/>
                  </a:lnTo>
                </a:path>
                <a:path w="6858000" h="2330450">
                  <a:moveTo>
                    <a:pt x="15239" y="73151"/>
                  </a:moveTo>
                  <a:lnTo>
                    <a:pt x="91439" y="73151"/>
                  </a:lnTo>
                </a:path>
                <a:path w="6858000" h="2330450">
                  <a:moveTo>
                    <a:pt x="53339" y="35051"/>
                  </a:moveTo>
                  <a:lnTo>
                    <a:pt x="53339" y="111251"/>
                  </a:lnTo>
                </a:path>
                <a:path w="6858000" h="2330450">
                  <a:moveTo>
                    <a:pt x="15239" y="73151"/>
                  </a:moveTo>
                  <a:lnTo>
                    <a:pt x="91439" y="73151"/>
                  </a:lnTo>
                </a:path>
                <a:path w="6858000" h="2330450">
                  <a:moveTo>
                    <a:pt x="54863" y="33528"/>
                  </a:moveTo>
                  <a:lnTo>
                    <a:pt x="54863" y="109728"/>
                  </a:lnTo>
                </a:path>
                <a:path w="6858000" h="2330450">
                  <a:moveTo>
                    <a:pt x="16763" y="71628"/>
                  </a:moveTo>
                  <a:lnTo>
                    <a:pt x="92963" y="71628"/>
                  </a:lnTo>
                </a:path>
                <a:path w="6858000" h="2330450">
                  <a:moveTo>
                    <a:pt x="54863" y="33528"/>
                  </a:moveTo>
                  <a:lnTo>
                    <a:pt x="54863" y="109728"/>
                  </a:lnTo>
                </a:path>
                <a:path w="6858000" h="2330450">
                  <a:moveTo>
                    <a:pt x="16763" y="71628"/>
                  </a:moveTo>
                  <a:lnTo>
                    <a:pt x="92963" y="71628"/>
                  </a:lnTo>
                </a:path>
                <a:path w="6858000" h="2330450">
                  <a:moveTo>
                    <a:pt x="56387" y="33528"/>
                  </a:moveTo>
                  <a:lnTo>
                    <a:pt x="56387" y="109728"/>
                  </a:lnTo>
                </a:path>
                <a:path w="6858000" h="2330450">
                  <a:moveTo>
                    <a:pt x="18287" y="71628"/>
                  </a:moveTo>
                  <a:lnTo>
                    <a:pt x="94487" y="71628"/>
                  </a:lnTo>
                </a:path>
                <a:path w="6858000" h="2330450">
                  <a:moveTo>
                    <a:pt x="56387" y="32004"/>
                  </a:moveTo>
                  <a:lnTo>
                    <a:pt x="56387" y="108204"/>
                  </a:lnTo>
                </a:path>
                <a:path w="6858000" h="2330450">
                  <a:moveTo>
                    <a:pt x="18287" y="70104"/>
                  </a:moveTo>
                  <a:lnTo>
                    <a:pt x="94487" y="70104"/>
                  </a:lnTo>
                </a:path>
                <a:path w="6858000" h="2330450">
                  <a:moveTo>
                    <a:pt x="57912" y="32004"/>
                  </a:moveTo>
                  <a:lnTo>
                    <a:pt x="57912" y="108204"/>
                  </a:lnTo>
                </a:path>
                <a:path w="6858000" h="2330450">
                  <a:moveTo>
                    <a:pt x="19812" y="70104"/>
                  </a:moveTo>
                  <a:lnTo>
                    <a:pt x="96012" y="70104"/>
                  </a:lnTo>
                </a:path>
                <a:path w="6858000" h="2330450">
                  <a:moveTo>
                    <a:pt x="59435" y="30480"/>
                  </a:moveTo>
                  <a:lnTo>
                    <a:pt x="59435" y="106680"/>
                  </a:lnTo>
                </a:path>
                <a:path w="6858000" h="2330450">
                  <a:moveTo>
                    <a:pt x="21335" y="68580"/>
                  </a:moveTo>
                  <a:lnTo>
                    <a:pt x="97535" y="68580"/>
                  </a:lnTo>
                </a:path>
                <a:path w="6858000" h="2330450">
                  <a:moveTo>
                    <a:pt x="59435" y="30480"/>
                  </a:moveTo>
                  <a:lnTo>
                    <a:pt x="59435" y="106680"/>
                  </a:lnTo>
                </a:path>
                <a:path w="6858000" h="2330450">
                  <a:moveTo>
                    <a:pt x="21335" y="68580"/>
                  </a:moveTo>
                  <a:lnTo>
                    <a:pt x="97535" y="68580"/>
                  </a:lnTo>
                </a:path>
                <a:path w="6858000" h="2330450">
                  <a:moveTo>
                    <a:pt x="60959" y="28956"/>
                  </a:moveTo>
                  <a:lnTo>
                    <a:pt x="60959" y="105156"/>
                  </a:lnTo>
                </a:path>
                <a:path w="6858000" h="2330450">
                  <a:moveTo>
                    <a:pt x="22859" y="67056"/>
                  </a:moveTo>
                  <a:lnTo>
                    <a:pt x="99059" y="67056"/>
                  </a:lnTo>
                </a:path>
                <a:path w="6858000" h="2330450">
                  <a:moveTo>
                    <a:pt x="62483" y="28956"/>
                  </a:moveTo>
                  <a:lnTo>
                    <a:pt x="62483" y="105156"/>
                  </a:lnTo>
                </a:path>
                <a:path w="6858000" h="2330450">
                  <a:moveTo>
                    <a:pt x="24383" y="67056"/>
                  </a:moveTo>
                  <a:lnTo>
                    <a:pt x="100583" y="67056"/>
                  </a:lnTo>
                </a:path>
                <a:path w="6858000" h="2330450">
                  <a:moveTo>
                    <a:pt x="64007" y="27432"/>
                  </a:moveTo>
                  <a:lnTo>
                    <a:pt x="64007" y="103632"/>
                  </a:lnTo>
                </a:path>
                <a:path w="6858000" h="2330450">
                  <a:moveTo>
                    <a:pt x="25907" y="65532"/>
                  </a:moveTo>
                  <a:lnTo>
                    <a:pt x="102107" y="65532"/>
                  </a:lnTo>
                </a:path>
                <a:path w="6858000" h="2330450">
                  <a:moveTo>
                    <a:pt x="64007" y="27432"/>
                  </a:moveTo>
                  <a:lnTo>
                    <a:pt x="64007" y="103632"/>
                  </a:lnTo>
                </a:path>
                <a:path w="6858000" h="2330450">
                  <a:moveTo>
                    <a:pt x="25907" y="65532"/>
                  </a:moveTo>
                  <a:lnTo>
                    <a:pt x="102107" y="65532"/>
                  </a:lnTo>
                </a:path>
                <a:path w="6858000" h="2330450">
                  <a:moveTo>
                    <a:pt x="65531" y="25908"/>
                  </a:moveTo>
                  <a:lnTo>
                    <a:pt x="65531" y="102108"/>
                  </a:lnTo>
                </a:path>
                <a:path w="6858000" h="2330450">
                  <a:moveTo>
                    <a:pt x="27431" y="64008"/>
                  </a:moveTo>
                  <a:lnTo>
                    <a:pt x="103631" y="64008"/>
                  </a:lnTo>
                </a:path>
                <a:path w="6858000" h="2330450">
                  <a:moveTo>
                    <a:pt x="67056" y="24384"/>
                  </a:moveTo>
                  <a:lnTo>
                    <a:pt x="67056" y="100584"/>
                  </a:lnTo>
                </a:path>
                <a:path w="6858000" h="2330450">
                  <a:moveTo>
                    <a:pt x="28956" y="62484"/>
                  </a:moveTo>
                  <a:lnTo>
                    <a:pt x="105156" y="62484"/>
                  </a:lnTo>
                </a:path>
                <a:path w="6858000" h="2330450">
                  <a:moveTo>
                    <a:pt x="68580" y="24384"/>
                  </a:moveTo>
                  <a:lnTo>
                    <a:pt x="68580" y="100584"/>
                  </a:lnTo>
                </a:path>
                <a:path w="6858000" h="2330450">
                  <a:moveTo>
                    <a:pt x="30480" y="62484"/>
                  </a:moveTo>
                  <a:lnTo>
                    <a:pt x="106680" y="62484"/>
                  </a:lnTo>
                </a:path>
                <a:path w="6858000" h="2330450">
                  <a:moveTo>
                    <a:pt x="70103" y="22733"/>
                  </a:moveTo>
                  <a:lnTo>
                    <a:pt x="70103" y="98933"/>
                  </a:lnTo>
                </a:path>
                <a:path w="6858000" h="2330450">
                  <a:moveTo>
                    <a:pt x="32003" y="60833"/>
                  </a:moveTo>
                  <a:lnTo>
                    <a:pt x="108203" y="60833"/>
                  </a:lnTo>
                </a:path>
                <a:path w="6858000" h="2330450">
                  <a:moveTo>
                    <a:pt x="71627" y="22733"/>
                  </a:moveTo>
                  <a:lnTo>
                    <a:pt x="71627" y="98933"/>
                  </a:lnTo>
                </a:path>
                <a:path w="6858000" h="2330450">
                  <a:moveTo>
                    <a:pt x="33527" y="60833"/>
                  </a:moveTo>
                  <a:lnTo>
                    <a:pt x="109727" y="60833"/>
                  </a:lnTo>
                </a:path>
                <a:path w="6858000" h="2330450">
                  <a:moveTo>
                    <a:pt x="73151" y="21336"/>
                  </a:moveTo>
                  <a:lnTo>
                    <a:pt x="73151" y="97536"/>
                  </a:lnTo>
                </a:path>
                <a:path w="6858000" h="2330450">
                  <a:moveTo>
                    <a:pt x="35051" y="59436"/>
                  </a:moveTo>
                  <a:lnTo>
                    <a:pt x="111251" y="59436"/>
                  </a:lnTo>
                </a:path>
                <a:path w="6858000" h="2330450">
                  <a:moveTo>
                    <a:pt x="76200" y="19812"/>
                  </a:moveTo>
                  <a:lnTo>
                    <a:pt x="76200" y="96012"/>
                  </a:lnTo>
                </a:path>
                <a:path w="6858000" h="2330450">
                  <a:moveTo>
                    <a:pt x="38100" y="57912"/>
                  </a:moveTo>
                  <a:lnTo>
                    <a:pt x="114300" y="57912"/>
                  </a:lnTo>
                </a:path>
                <a:path w="6858000" h="2330450">
                  <a:moveTo>
                    <a:pt x="77724" y="19812"/>
                  </a:moveTo>
                  <a:lnTo>
                    <a:pt x="77724" y="96012"/>
                  </a:lnTo>
                </a:path>
                <a:path w="6858000" h="2330450">
                  <a:moveTo>
                    <a:pt x="39624" y="57912"/>
                  </a:moveTo>
                  <a:lnTo>
                    <a:pt x="115824" y="57912"/>
                  </a:lnTo>
                </a:path>
                <a:path w="6858000" h="2330450">
                  <a:moveTo>
                    <a:pt x="79247" y="18287"/>
                  </a:moveTo>
                  <a:lnTo>
                    <a:pt x="79247" y="94487"/>
                  </a:lnTo>
                </a:path>
                <a:path w="6858000" h="2330450">
                  <a:moveTo>
                    <a:pt x="41147" y="56387"/>
                  </a:moveTo>
                  <a:lnTo>
                    <a:pt x="117347" y="56387"/>
                  </a:lnTo>
                </a:path>
                <a:path w="6858000" h="2330450">
                  <a:moveTo>
                    <a:pt x="80771" y="18287"/>
                  </a:moveTo>
                  <a:lnTo>
                    <a:pt x="80771" y="94487"/>
                  </a:lnTo>
                </a:path>
                <a:path w="6858000" h="2330450">
                  <a:moveTo>
                    <a:pt x="42671" y="56387"/>
                  </a:moveTo>
                  <a:lnTo>
                    <a:pt x="118871" y="56387"/>
                  </a:lnTo>
                </a:path>
                <a:path w="6858000" h="2330450">
                  <a:moveTo>
                    <a:pt x="83819" y="16763"/>
                  </a:moveTo>
                  <a:lnTo>
                    <a:pt x="83819" y="92963"/>
                  </a:lnTo>
                </a:path>
                <a:path w="6858000" h="2330450">
                  <a:moveTo>
                    <a:pt x="45719" y="54863"/>
                  </a:moveTo>
                  <a:lnTo>
                    <a:pt x="121919" y="54863"/>
                  </a:lnTo>
                </a:path>
                <a:path w="6858000" h="2330450">
                  <a:moveTo>
                    <a:pt x="85343" y="15240"/>
                  </a:moveTo>
                  <a:lnTo>
                    <a:pt x="85343" y="91440"/>
                  </a:lnTo>
                </a:path>
                <a:path w="6858000" h="2330450">
                  <a:moveTo>
                    <a:pt x="47243" y="53340"/>
                  </a:moveTo>
                  <a:lnTo>
                    <a:pt x="123443" y="53340"/>
                  </a:lnTo>
                </a:path>
                <a:path w="6858000" h="2330450">
                  <a:moveTo>
                    <a:pt x="88391" y="15240"/>
                  </a:moveTo>
                  <a:lnTo>
                    <a:pt x="88391" y="91440"/>
                  </a:lnTo>
                </a:path>
                <a:path w="6858000" h="2330450">
                  <a:moveTo>
                    <a:pt x="50291" y="53340"/>
                  </a:moveTo>
                  <a:lnTo>
                    <a:pt x="126491" y="53340"/>
                  </a:lnTo>
                </a:path>
                <a:path w="6858000" h="2330450">
                  <a:moveTo>
                    <a:pt x="91439" y="13716"/>
                  </a:moveTo>
                  <a:lnTo>
                    <a:pt x="91439" y="89916"/>
                  </a:lnTo>
                </a:path>
                <a:path w="6858000" h="2330450">
                  <a:moveTo>
                    <a:pt x="53339" y="51816"/>
                  </a:moveTo>
                  <a:lnTo>
                    <a:pt x="129539" y="51816"/>
                  </a:lnTo>
                </a:path>
                <a:path w="6858000" h="2330450">
                  <a:moveTo>
                    <a:pt x="92963" y="13716"/>
                  </a:moveTo>
                  <a:lnTo>
                    <a:pt x="92963" y="89916"/>
                  </a:lnTo>
                </a:path>
                <a:path w="6858000" h="2330450">
                  <a:moveTo>
                    <a:pt x="54863" y="51816"/>
                  </a:moveTo>
                  <a:lnTo>
                    <a:pt x="131063" y="51816"/>
                  </a:lnTo>
                </a:path>
                <a:path w="6858000" h="2330450">
                  <a:moveTo>
                    <a:pt x="96012" y="12192"/>
                  </a:moveTo>
                  <a:lnTo>
                    <a:pt x="96012" y="88392"/>
                  </a:lnTo>
                </a:path>
                <a:path w="6858000" h="2330450">
                  <a:moveTo>
                    <a:pt x="57912" y="50292"/>
                  </a:moveTo>
                  <a:lnTo>
                    <a:pt x="134112" y="50292"/>
                  </a:lnTo>
                </a:path>
                <a:path w="6858000" h="2330450">
                  <a:moveTo>
                    <a:pt x="99059" y="10668"/>
                  </a:moveTo>
                  <a:lnTo>
                    <a:pt x="99059" y="86868"/>
                  </a:lnTo>
                </a:path>
                <a:path w="6858000" h="2330450">
                  <a:moveTo>
                    <a:pt x="60959" y="48768"/>
                  </a:moveTo>
                  <a:lnTo>
                    <a:pt x="137159" y="48768"/>
                  </a:lnTo>
                </a:path>
                <a:path w="6858000" h="2330450">
                  <a:moveTo>
                    <a:pt x="102107" y="10668"/>
                  </a:moveTo>
                  <a:lnTo>
                    <a:pt x="102107" y="86868"/>
                  </a:lnTo>
                </a:path>
                <a:path w="6858000" h="2330450">
                  <a:moveTo>
                    <a:pt x="64007" y="48768"/>
                  </a:moveTo>
                  <a:lnTo>
                    <a:pt x="140207" y="48768"/>
                  </a:lnTo>
                </a:path>
                <a:path w="6858000" h="2330450">
                  <a:moveTo>
                    <a:pt x="105156" y="9144"/>
                  </a:moveTo>
                  <a:lnTo>
                    <a:pt x="105156" y="85344"/>
                  </a:lnTo>
                </a:path>
                <a:path w="6858000" h="2330450">
                  <a:moveTo>
                    <a:pt x="67056" y="47244"/>
                  </a:moveTo>
                  <a:lnTo>
                    <a:pt x="143256" y="47244"/>
                  </a:lnTo>
                </a:path>
                <a:path w="6858000" h="2330450">
                  <a:moveTo>
                    <a:pt x="108203" y="9144"/>
                  </a:moveTo>
                  <a:lnTo>
                    <a:pt x="108203" y="85344"/>
                  </a:lnTo>
                </a:path>
                <a:path w="6858000" h="2330450">
                  <a:moveTo>
                    <a:pt x="70103" y="47244"/>
                  </a:moveTo>
                  <a:lnTo>
                    <a:pt x="146303" y="47244"/>
                  </a:lnTo>
                </a:path>
                <a:path w="6858000" h="2330450">
                  <a:moveTo>
                    <a:pt x="112775" y="7620"/>
                  </a:moveTo>
                  <a:lnTo>
                    <a:pt x="112775" y="83820"/>
                  </a:lnTo>
                </a:path>
                <a:path w="6858000" h="2330450">
                  <a:moveTo>
                    <a:pt x="74675" y="45720"/>
                  </a:moveTo>
                  <a:lnTo>
                    <a:pt x="150875" y="45720"/>
                  </a:lnTo>
                </a:path>
                <a:path w="6858000" h="2330450">
                  <a:moveTo>
                    <a:pt x="115824" y="7620"/>
                  </a:moveTo>
                  <a:lnTo>
                    <a:pt x="115824" y="83820"/>
                  </a:lnTo>
                </a:path>
                <a:path w="6858000" h="2330450">
                  <a:moveTo>
                    <a:pt x="77724" y="45720"/>
                  </a:moveTo>
                  <a:lnTo>
                    <a:pt x="153924" y="45720"/>
                  </a:lnTo>
                </a:path>
                <a:path w="6858000" h="2330450">
                  <a:moveTo>
                    <a:pt x="120395" y="6096"/>
                  </a:moveTo>
                  <a:lnTo>
                    <a:pt x="120395" y="82296"/>
                  </a:lnTo>
                </a:path>
                <a:path w="6858000" h="2330450">
                  <a:moveTo>
                    <a:pt x="82295" y="44196"/>
                  </a:moveTo>
                  <a:lnTo>
                    <a:pt x="158495" y="44196"/>
                  </a:lnTo>
                </a:path>
                <a:path w="6858000" h="2330450">
                  <a:moveTo>
                    <a:pt x="123443" y="6096"/>
                  </a:moveTo>
                  <a:lnTo>
                    <a:pt x="123443" y="82296"/>
                  </a:lnTo>
                </a:path>
                <a:path w="6858000" h="2330450">
                  <a:moveTo>
                    <a:pt x="85343" y="44196"/>
                  </a:moveTo>
                  <a:lnTo>
                    <a:pt x="161544" y="44196"/>
                  </a:lnTo>
                </a:path>
                <a:path w="6858000" h="2330450">
                  <a:moveTo>
                    <a:pt x="128015" y="4445"/>
                  </a:moveTo>
                  <a:lnTo>
                    <a:pt x="128015" y="80645"/>
                  </a:lnTo>
                </a:path>
                <a:path w="6858000" h="2330450">
                  <a:moveTo>
                    <a:pt x="89915" y="42545"/>
                  </a:moveTo>
                  <a:lnTo>
                    <a:pt x="166115" y="42545"/>
                  </a:lnTo>
                </a:path>
                <a:path w="6858000" h="2330450">
                  <a:moveTo>
                    <a:pt x="132587" y="4445"/>
                  </a:moveTo>
                  <a:lnTo>
                    <a:pt x="132587" y="80645"/>
                  </a:lnTo>
                </a:path>
                <a:path w="6858000" h="2330450">
                  <a:moveTo>
                    <a:pt x="94487" y="42545"/>
                  </a:moveTo>
                  <a:lnTo>
                    <a:pt x="170687" y="42545"/>
                  </a:lnTo>
                </a:path>
                <a:path w="6858000" h="2330450">
                  <a:moveTo>
                    <a:pt x="137159" y="4445"/>
                  </a:moveTo>
                  <a:lnTo>
                    <a:pt x="137159" y="80645"/>
                  </a:lnTo>
                </a:path>
                <a:path w="6858000" h="2330450">
                  <a:moveTo>
                    <a:pt x="99059" y="42545"/>
                  </a:moveTo>
                  <a:lnTo>
                    <a:pt x="175259" y="42545"/>
                  </a:lnTo>
                </a:path>
                <a:path w="6858000" h="2330450">
                  <a:moveTo>
                    <a:pt x="143256" y="2921"/>
                  </a:moveTo>
                  <a:lnTo>
                    <a:pt x="143256" y="79121"/>
                  </a:lnTo>
                </a:path>
                <a:path w="6858000" h="2330450">
                  <a:moveTo>
                    <a:pt x="105156" y="41021"/>
                  </a:moveTo>
                  <a:lnTo>
                    <a:pt x="181356" y="41021"/>
                  </a:lnTo>
                </a:path>
                <a:path w="6858000" h="2330450">
                  <a:moveTo>
                    <a:pt x="147827" y="2921"/>
                  </a:moveTo>
                  <a:lnTo>
                    <a:pt x="147827" y="79121"/>
                  </a:lnTo>
                </a:path>
                <a:path w="6858000" h="2330450">
                  <a:moveTo>
                    <a:pt x="109727" y="41021"/>
                  </a:moveTo>
                  <a:lnTo>
                    <a:pt x="185927" y="41021"/>
                  </a:lnTo>
                </a:path>
                <a:path w="6858000" h="2330450">
                  <a:moveTo>
                    <a:pt x="153924" y="2921"/>
                  </a:moveTo>
                  <a:lnTo>
                    <a:pt x="153924" y="79121"/>
                  </a:lnTo>
                </a:path>
                <a:path w="6858000" h="2330450">
                  <a:moveTo>
                    <a:pt x="115824" y="41021"/>
                  </a:moveTo>
                  <a:lnTo>
                    <a:pt x="192024" y="41021"/>
                  </a:lnTo>
                </a:path>
                <a:path w="6858000" h="2330450">
                  <a:moveTo>
                    <a:pt x="158495" y="1524"/>
                  </a:moveTo>
                  <a:lnTo>
                    <a:pt x="158495" y="77724"/>
                  </a:lnTo>
                </a:path>
                <a:path w="6858000" h="2330450">
                  <a:moveTo>
                    <a:pt x="120395" y="39624"/>
                  </a:moveTo>
                  <a:lnTo>
                    <a:pt x="196595" y="39624"/>
                  </a:lnTo>
                </a:path>
                <a:path w="6858000" h="2330450">
                  <a:moveTo>
                    <a:pt x="164591" y="1524"/>
                  </a:moveTo>
                  <a:lnTo>
                    <a:pt x="164591" y="77724"/>
                  </a:lnTo>
                </a:path>
                <a:path w="6858000" h="2330450">
                  <a:moveTo>
                    <a:pt x="126491" y="39624"/>
                  </a:moveTo>
                  <a:lnTo>
                    <a:pt x="202691" y="39624"/>
                  </a:lnTo>
                </a:path>
                <a:path w="6858000" h="2330450">
                  <a:moveTo>
                    <a:pt x="172212" y="1524"/>
                  </a:moveTo>
                  <a:lnTo>
                    <a:pt x="172212" y="77724"/>
                  </a:lnTo>
                </a:path>
                <a:path w="6858000" h="2330450">
                  <a:moveTo>
                    <a:pt x="134112" y="39624"/>
                  </a:moveTo>
                  <a:lnTo>
                    <a:pt x="210312" y="39624"/>
                  </a:lnTo>
                </a:path>
                <a:path w="6858000" h="2330450">
                  <a:moveTo>
                    <a:pt x="178307" y="1524"/>
                  </a:moveTo>
                  <a:lnTo>
                    <a:pt x="178307" y="77724"/>
                  </a:lnTo>
                </a:path>
                <a:path w="6858000" h="2330450">
                  <a:moveTo>
                    <a:pt x="140207" y="39624"/>
                  </a:moveTo>
                  <a:lnTo>
                    <a:pt x="216407" y="39624"/>
                  </a:lnTo>
                </a:path>
                <a:path w="6858000" h="2330450">
                  <a:moveTo>
                    <a:pt x="185927" y="0"/>
                  </a:moveTo>
                  <a:lnTo>
                    <a:pt x="185927" y="76200"/>
                  </a:lnTo>
                </a:path>
                <a:path w="6858000" h="2330450">
                  <a:moveTo>
                    <a:pt x="147827" y="38100"/>
                  </a:moveTo>
                  <a:lnTo>
                    <a:pt x="224027" y="38100"/>
                  </a:lnTo>
                </a:path>
                <a:path w="6858000" h="2330450">
                  <a:moveTo>
                    <a:pt x="192024" y="0"/>
                  </a:moveTo>
                  <a:lnTo>
                    <a:pt x="192024" y="76200"/>
                  </a:lnTo>
                </a:path>
                <a:path w="6858000" h="2330450">
                  <a:moveTo>
                    <a:pt x="153924" y="38100"/>
                  </a:moveTo>
                  <a:lnTo>
                    <a:pt x="230124" y="38100"/>
                  </a:lnTo>
                </a:path>
                <a:path w="6858000" h="2330450">
                  <a:moveTo>
                    <a:pt x="199644" y="0"/>
                  </a:moveTo>
                  <a:lnTo>
                    <a:pt x="199644" y="76200"/>
                  </a:lnTo>
                </a:path>
                <a:path w="6858000" h="2330450">
                  <a:moveTo>
                    <a:pt x="161544" y="38100"/>
                  </a:moveTo>
                  <a:lnTo>
                    <a:pt x="237744" y="38100"/>
                  </a:lnTo>
                </a:path>
                <a:path w="6858000" h="2330450">
                  <a:moveTo>
                    <a:pt x="208787" y="0"/>
                  </a:moveTo>
                  <a:lnTo>
                    <a:pt x="208787" y="76200"/>
                  </a:lnTo>
                </a:path>
                <a:path w="6858000" h="2330450">
                  <a:moveTo>
                    <a:pt x="170687" y="38100"/>
                  </a:moveTo>
                  <a:lnTo>
                    <a:pt x="246887" y="38100"/>
                  </a:lnTo>
                </a:path>
                <a:path w="6858000" h="2330450">
                  <a:moveTo>
                    <a:pt x="216407" y="0"/>
                  </a:moveTo>
                  <a:lnTo>
                    <a:pt x="216407" y="76200"/>
                  </a:lnTo>
                </a:path>
                <a:path w="6858000" h="2330450">
                  <a:moveTo>
                    <a:pt x="178307" y="38100"/>
                  </a:moveTo>
                  <a:lnTo>
                    <a:pt x="254507" y="38100"/>
                  </a:lnTo>
                </a:path>
                <a:path w="6858000" h="2330450">
                  <a:moveTo>
                    <a:pt x="225551" y="0"/>
                  </a:moveTo>
                  <a:lnTo>
                    <a:pt x="225551" y="76200"/>
                  </a:lnTo>
                </a:path>
                <a:path w="6858000" h="2330450">
                  <a:moveTo>
                    <a:pt x="187451" y="38100"/>
                  </a:moveTo>
                  <a:lnTo>
                    <a:pt x="263651" y="38100"/>
                  </a:lnTo>
                </a:path>
                <a:path w="6858000" h="2330450">
                  <a:moveTo>
                    <a:pt x="236219" y="0"/>
                  </a:moveTo>
                  <a:lnTo>
                    <a:pt x="236219" y="76200"/>
                  </a:lnTo>
                </a:path>
                <a:path w="6858000" h="2330450">
                  <a:moveTo>
                    <a:pt x="198119" y="38100"/>
                  </a:moveTo>
                  <a:lnTo>
                    <a:pt x="274319" y="38100"/>
                  </a:lnTo>
                </a:path>
                <a:path w="6858000" h="2330450">
                  <a:moveTo>
                    <a:pt x="245363" y="0"/>
                  </a:moveTo>
                  <a:lnTo>
                    <a:pt x="245363" y="76200"/>
                  </a:lnTo>
                </a:path>
                <a:path w="6858000" h="2330450">
                  <a:moveTo>
                    <a:pt x="207263" y="38100"/>
                  </a:moveTo>
                  <a:lnTo>
                    <a:pt x="283463" y="38100"/>
                  </a:lnTo>
                </a:path>
                <a:path w="6858000" h="2330450">
                  <a:moveTo>
                    <a:pt x="256031" y="0"/>
                  </a:moveTo>
                  <a:lnTo>
                    <a:pt x="256031" y="76200"/>
                  </a:lnTo>
                </a:path>
                <a:path w="6858000" h="2330450">
                  <a:moveTo>
                    <a:pt x="217931" y="38100"/>
                  </a:moveTo>
                  <a:lnTo>
                    <a:pt x="294131" y="38100"/>
                  </a:lnTo>
                </a:path>
                <a:path w="6858000" h="2330450">
                  <a:moveTo>
                    <a:pt x="266700" y="0"/>
                  </a:moveTo>
                  <a:lnTo>
                    <a:pt x="266700" y="76200"/>
                  </a:lnTo>
                </a:path>
                <a:path w="6858000" h="2330450">
                  <a:moveTo>
                    <a:pt x="228600" y="38100"/>
                  </a:moveTo>
                  <a:lnTo>
                    <a:pt x="304800" y="38100"/>
                  </a:lnTo>
                </a:path>
                <a:path w="6858000" h="2330450">
                  <a:moveTo>
                    <a:pt x="278891" y="0"/>
                  </a:moveTo>
                  <a:lnTo>
                    <a:pt x="278891" y="76200"/>
                  </a:lnTo>
                </a:path>
                <a:path w="6858000" h="2330450">
                  <a:moveTo>
                    <a:pt x="240791" y="38100"/>
                  </a:moveTo>
                  <a:lnTo>
                    <a:pt x="316991" y="38100"/>
                  </a:lnTo>
                </a:path>
                <a:path w="6858000" h="2330450">
                  <a:moveTo>
                    <a:pt x="291083" y="0"/>
                  </a:moveTo>
                  <a:lnTo>
                    <a:pt x="291083" y="76200"/>
                  </a:lnTo>
                </a:path>
                <a:path w="6858000" h="2330450">
                  <a:moveTo>
                    <a:pt x="252983" y="38100"/>
                  </a:moveTo>
                  <a:lnTo>
                    <a:pt x="329183" y="38100"/>
                  </a:lnTo>
                </a:path>
                <a:path w="6858000" h="2330450">
                  <a:moveTo>
                    <a:pt x="303275" y="0"/>
                  </a:moveTo>
                  <a:lnTo>
                    <a:pt x="303275" y="76200"/>
                  </a:lnTo>
                </a:path>
                <a:path w="6858000" h="2330450">
                  <a:moveTo>
                    <a:pt x="265175" y="38100"/>
                  </a:moveTo>
                  <a:lnTo>
                    <a:pt x="341375" y="38100"/>
                  </a:lnTo>
                </a:path>
                <a:path w="6858000" h="2330450">
                  <a:moveTo>
                    <a:pt x="316991" y="0"/>
                  </a:moveTo>
                  <a:lnTo>
                    <a:pt x="316991" y="76200"/>
                  </a:lnTo>
                </a:path>
                <a:path w="6858000" h="2330450">
                  <a:moveTo>
                    <a:pt x="278891" y="38100"/>
                  </a:moveTo>
                  <a:lnTo>
                    <a:pt x="355091" y="38100"/>
                  </a:lnTo>
                </a:path>
                <a:path w="6858000" h="2330450">
                  <a:moveTo>
                    <a:pt x="330707" y="0"/>
                  </a:moveTo>
                  <a:lnTo>
                    <a:pt x="330707" y="76200"/>
                  </a:lnTo>
                </a:path>
                <a:path w="6858000" h="2330450">
                  <a:moveTo>
                    <a:pt x="292607" y="38100"/>
                  </a:moveTo>
                  <a:lnTo>
                    <a:pt x="368807" y="38100"/>
                  </a:lnTo>
                </a:path>
                <a:path w="6858000" h="2330450">
                  <a:moveTo>
                    <a:pt x="344424" y="0"/>
                  </a:moveTo>
                  <a:lnTo>
                    <a:pt x="344424" y="76200"/>
                  </a:lnTo>
                </a:path>
                <a:path w="6858000" h="2330450">
                  <a:moveTo>
                    <a:pt x="306324" y="38100"/>
                  </a:moveTo>
                  <a:lnTo>
                    <a:pt x="382524" y="38100"/>
                  </a:lnTo>
                </a:path>
                <a:path w="6858000" h="2330450">
                  <a:moveTo>
                    <a:pt x="361188" y="0"/>
                  </a:moveTo>
                  <a:lnTo>
                    <a:pt x="361188" y="76200"/>
                  </a:lnTo>
                </a:path>
                <a:path w="6858000" h="2330450">
                  <a:moveTo>
                    <a:pt x="323088" y="38100"/>
                  </a:moveTo>
                  <a:lnTo>
                    <a:pt x="399288" y="38100"/>
                  </a:lnTo>
                </a:path>
                <a:path w="6858000" h="2330450">
                  <a:moveTo>
                    <a:pt x="376427" y="0"/>
                  </a:moveTo>
                  <a:lnTo>
                    <a:pt x="376427" y="76200"/>
                  </a:lnTo>
                </a:path>
                <a:path w="6858000" h="2330450">
                  <a:moveTo>
                    <a:pt x="338327" y="38100"/>
                  </a:moveTo>
                  <a:lnTo>
                    <a:pt x="414527" y="38100"/>
                  </a:lnTo>
                </a:path>
                <a:path w="6858000" h="2330450">
                  <a:moveTo>
                    <a:pt x="393191" y="0"/>
                  </a:moveTo>
                  <a:lnTo>
                    <a:pt x="393191" y="76200"/>
                  </a:lnTo>
                </a:path>
                <a:path w="6858000" h="2330450">
                  <a:moveTo>
                    <a:pt x="355091" y="38100"/>
                  </a:moveTo>
                  <a:lnTo>
                    <a:pt x="431291" y="38100"/>
                  </a:lnTo>
                </a:path>
                <a:path w="6858000" h="2330450">
                  <a:moveTo>
                    <a:pt x="411480" y="1524"/>
                  </a:moveTo>
                  <a:lnTo>
                    <a:pt x="411480" y="77724"/>
                  </a:lnTo>
                </a:path>
                <a:path w="6858000" h="2330450">
                  <a:moveTo>
                    <a:pt x="373380" y="39624"/>
                  </a:moveTo>
                  <a:lnTo>
                    <a:pt x="449580" y="39624"/>
                  </a:lnTo>
                </a:path>
                <a:path w="6858000" h="2330450">
                  <a:moveTo>
                    <a:pt x="429768" y="1524"/>
                  </a:moveTo>
                  <a:lnTo>
                    <a:pt x="429768" y="77724"/>
                  </a:lnTo>
                </a:path>
                <a:path w="6858000" h="2330450">
                  <a:moveTo>
                    <a:pt x="391668" y="39624"/>
                  </a:moveTo>
                  <a:lnTo>
                    <a:pt x="467868" y="39624"/>
                  </a:lnTo>
                </a:path>
                <a:path w="6858000" h="2330450">
                  <a:moveTo>
                    <a:pt x="449580" y="1524"/>
                  </a:moveTo>
                  <a:lnTo>
                    <a:pt x="449580" y="77724"/>
                  </a:lnTo>
                </a:path>
                <a:path w="6858000" h="2330450">
                  <a:moveTo>
                    <a:pt x="411480" y="39624"/>
                  </a:moveTo>
                  <a:lnTo>
                    <a:pt x="487680" y="39624"/>
                  </a:lnTo>
                </a:path>
                <a:path w="6858000" h="2330450">
                  <a:moveTo>
                    <a:pt x="470915" y="1524"/>
                  </a:moveTo>
                  <a:lnTo>
                    <a:pt x="470915" y="77724"/>
                  </a:lnTo>
                </a:path>
                <a:path w="6858000" h="2330450">
                  <a:moveTo>
                    <a:pt x="432815" y="39624"/>
                  </a:moveTo>
                  <a:lnTo>
                    <a:pt x="509015" y="39624"/>
                  </a:lnTo>
                </a:path>
                <a:path w="6858000" h="2330450">
                  <a:moveTo>
                    <a:pt x="492251" y="1524"/>
                  </a:moveTo>
                  <a:lnTo>
                    <a:pt x="492251" y="77724"/>
                  </a:lnTo>
                </a:path>
                <a:path w="6858000" h="2330450">
                  <a:moveTo>
                    <a:pt x="454151" y="39624"/>
                  </a:moveTo>
                  <a:lnTo>
                    <a:pt x="530351" y="39624"/>
                  </a:lnTo>
                </a:path>
                <a:path w="6858000" h="2330450">
                  <a:moveTo>
                    <a:pt x="515112" y="1524"/>
                  </a:moveTo>
                  <a:lnTo>
                    <a:pt x="515112" y="77724"/>
                  </a:lnTo>
                </a:path>
                <a:path w="6858000" h="2330450">
                  <a:moveTo>
                    <a:pt x="477012" y="39624"/>
                  </a:moveTo>
                  <a:lnTo>
                    <a:pt x="553212" y="39624"/>
                  </a:lnTo>
                </a:path>
                <a:path w="6858000" h="2330450">
                  <a:moveTo>
                    <a:pt x="539495" y="1524"/>
                  </a:moveTo>
                  <a:lnTo>
                    <a:pt x="539495" y="77724"/>
                  </a:lnTo>
                </a:path>
                <a:path w="6858000" h="2330450">
                  <a:moveTo>
                    <a:pt x="501395" y="39624"/>
                  </a:moveTo>
                  <a:lnTo>
                    <a:pt x="577595" y="39624"/>
                  </a:lnTo>
                </a:path>
                <a:path w="6858000" h="2330450">
                  <a:moveTo>
                    <a:pt x="563880" y="1524"/>
                  </a:moveTo>
                  <a:lnTo>
                    <a:pt x="563880" y="77724"/>
                  </a:lnTo>
                </a:path>
                <a:path w="6858000" h="2330450">
                  <a:moveTo>
                    <a:pt x="525780" y="39624"/>
                  </a:moveTo>
                  <a:lnTo>
                    <a:pt x="601980" y="39624"/>
                  </a:lnTo>
                </a:path>
                <a:path w="6858000" h="2330450">
                  <a:moveTo>
                    <a:pt x="591312" y="1524"/>
                  </a:moveTo>
                  <a:lnTo>
                    <a:pt x="591312" y="77724"/>
                  </a:lnTo>
                </a:path>
                <a:path w="6858000" h="2330450">
                  <a:moveTo>
                    <a:pt x="553212" y="39624"/>
                  </a:moveTo>
                  <a:lnTo>
                    <a:pt x="629412" y="39624"/>
                  </a:lnTo>
                </a:path>
                <a:path w="6858000" h="2330450">
                  <a:moveTo>
                    <a:pt x="618744" y="1524"/>
                  </a:moveTo>
                  <a:lnTo>
                    <a:pt x="618744" y="77724"/>
                  </a:lnTo>
                </a:path>
                <a:path w="6858000" h="2330450">
                  <a:moveTo>
                    <a:pt x="580644" y="39624"/>
                  </a:moveTo>
                  <a:lnTo>
                    <a:pt x="656844" y="39624"/>
                  </a:lnTo>
                </a:path>
                <a:path w="6858000" h="2330450">
                  <a:moveTo>
                    <a:pt x="647700" y="1524"/>
                  </a:moveTo>
                  <a:lnTo>
                    <a:pt x="647700" y="77724"/>
                  </a:lnTo>
                </a:path>
                <a:path w="6858000" h="2330450">
                  <a:moveTo>
                    <a:pt x="609600" y="39624"/>
                  </a:moveTo>
                  <a:lnTo>
                    <a:pt x="685800" y="39624"/>
                  </a:lnTo>
                </a:path>
                <a:path w="6858000" h="2330450">
                  <a:moveTo>
                    <a:pt x="678180" y="2921"/>
                  </a:moveTo>
                  <a:lnTo>
                    <a:pt x="678180" y="79121"/>
                  </a:lnTo>
                </a:path>
                <a:path w="6858000" h="2330450">
                  <a:moveTo>
                    <a:pt x="640080" y="41021"/>
                  </a:moveTo>
                  <a:lnTo>
                    <a:pt x="716280" y="41021"/>
                  </a:lnTo>
                </a:path>
                <a:path w="6858000" h="2330450">
                  <a:moveTo>
                    <a:pt x="710183" y="2921"/>
                  </a:moveTo>
                  <a:lnTo>
                    <a:pt x="710183" y="79121"/>
                  </a:lnTo>
                </a:path>
                <a:path w="6858000" h="2330450">
                  <a:moveTo>
                    <a:pt x="672083" y="41021"/>
                  </a:moveTo>
                  <a:lnTo>
                    <a:pt x="748283" y="41021"/>
                  </a:lnTo>
                </a:path>
                <a:path w="6858000" h="2330450">
                  <a:moveTo>
                    <a:pt x="745235" y="2921"/>
                  </a:moveTo>
                  <a:lnTo>
                    <a:pt x="745235" y="79121"/>
                  </a:lnTo>
                </a:path>
                <a:path w="6858000" h="2330450">
                  <a:moveTo>
                    <a:pt x="707135" y="41021"/>
                  </a:moveTo>
                  <a:lnTo>
                    <a:pt x="783335" y="41021"/>
                  </a:lnTo>
                </a:path>
                <a:path w="6858000" h="2330450">
                  <a:moveTo>
                    <a:pt x="780288" y="2921"/>
                  </a:moveTo>
                  <a:lnTo>
                    <a:pt x="780288" y="79121"/>
                  </a:lnTo>
                </a:path>
                <a:path w="6858000" h="2330450">
                  <a:moveTo>
                    <a:pt x="742188" y="41021"/>
                  </a:moveTo>
                  <a:lnTo>
                    <a:pt x="818388" y="41021"/>
                  </a:lnTo>
                </a:path>
                <a:path w="6858000" h="2330450">
                  <a:moveTo>
                    <a:pt x="816863" y="2921"/>
                  </a:moveTo>
                  <a:lnTo>
                    <a:pt x="816863" y="79121"/>
                  </a:lnTo>
                </a:path>
                <a:path w="6858000" h="2330450">
                  <a:moveTo>
                    <a:pt x="778763" y="41021"/>
                  </a:moveTo>
                  <a:lnTo>
                    <a:pt x="854963" y="41021"/>
                  </a:lnTo>
                </a:path>
                <a:path w="6858000" h="2330450">
                  <a:moveTo>
                    <a:pt x="856487" y="2921"/>
                  </a:moveTo>
                  <a:lnTo>
                    <a:pt x="856487" y="79121"/>
                  </a:lnTo>
                </a:path>
                <a:path w="6858000" h="2330450">
                  <a:moveTo>
                    <a:pt x="818388" y="41021"/>
                  </a:moveTo>
                  <a:lnTo>
                    <a:pt x="894587" y="41021"/>
                  </a:lnTo>
                </a:path>
                <a:path w="6858000" h="2330450">
                  <a:moveTo>
                    <a:pt x="897635" y="2921"/>
                  </a:moveTo>
                  <a:lnTo>
                    <a:pt x="897635" y="79121"/>
                  </a:lnTo>
                </a:path>
                <a:path w="6858000" h="2330450">
                  <a:moveTo>
                    <a:pt x="859535" y="41021"/>
                  </a:moveTo>
                  <a:lnTo>
                    <a:pt x="935735" y="41021"/>
                  </a:lnTo>
                </a:path>
                <a:path w="6858000" h="2330450">
                  <a:moveTo>
                    <a:pt x="940307" y="2921"/>
                  </a:moveTo>
                  <a:lnTo>
                    <a:pt x="940307" y="79121"/>
                  </a:lnTo>
                </a:path>
                <a:path w="6858000" h="2330450">
                  <a:moveTo>
                    <a:pt x="902207" y="41021"/>
                  </a:moveTo>
                  <a:lnTo>
                    <a:pt x="978407" y="41021"/>
                  </a:lnTo>
                </a:path>
                <a:path w="6858000" h="2330450">
                  <a:moveTo>
                    <a:pt x="986028" y="2921"/>
                  </a:moveTo>
                  <a:lnTo>
                    <a:pt x="986028" y="79121"/>
                  </a:lnTo>
                </a:path>
                <a:path w="6858000" h="2330450">
                  <a:moveTo>
                    <a:pt x="947928" y="41021"/>
                  </a:moveTo>
                  <a:lnTo>
                    <a:pt x="1024128" y="41021"/>
                  </a:lnTo>
                </a:path>
                <a:path w="6858000" h="2330450">
                  <a:moveTo>
                    <a:pt x="1033271" y="4445"/>
                  </a:moveTo>
                  <a:lnTo>
                    <a:pt x="1033271" y="80645"/>
                  </a:lnTo>
                </a:path>
                <a:path w="6858000" h="2330450">
                  <a:moveTo>
                    <a:pt x="995171" y="42545"/>
                  </a:moveTo>
                  <a:lnTo>
                    <a:pt x="1071371" y="42545"/>
                  </a:lnTo>
                </a:path>
                <a:path w="6858000" h="2330450">
                  <a:moveTo>
                    <a:pt x="1083563" y="4445"/>
                  </a:moveTo>
                  <a:lnTo>
                    <a:pt x="1083563" y="80645"/>
                  </a:lnTo>
                </a:path>
                <a:path w="6858000" h="2330450">
                  <a:moveTo>
                    <a:pt x="1045463" y="42545"/>
                  </a:moveTo>
                  <a:lnTo>
                    <a:pt x="1121663" y="42545"/>
                  </a:lnTo>
                </a:path>
                <a:path w="6858000" h="2330450">
                  <a:moveTo>
                    <a:pt x="1136904" y="4445"/>
                  </a:moveTo>
                  <a:lnTo>
                    <a:pt x="1136904" y="80645"/>
                  </a:lnTo>
                </a:path>
                <a:path w="6858000" h="2330450">
                  <a:moveTo>
                    <a:pt x="1098804" y="42545"/>
                  </a:moveTo>
                  <a:lnTo>
                    <a:pt x="1175004" y="42545"/>
                  </a:lnTo>
                </a:path>
                <a:path w="6858000" h="2330450">
                  <a:moveTo>
                    <a:pt x="1191768" y="4445"/>
                  </a:moveTo>
                  <a:lnTo>
                    <a:pt x="1191768" y="80645"/>
                  </a:lnTo>
                </a:path>
                <a:path w="6858000" h="2330450">
                  <a:moveTo>
                    <a:pt x="1153668" y="42545"/>
                  </a:moveTo>
                  <a:lnTo>
                    <a:pt x="1229868" y="42545"/>
                  </a:lnTo>
                </a:path>
                <a:path w="6858000" h="2330450">
                  <a:moveTo>
                    <a:pt x="1249680" y="4445"/>
                  </a:moveTo>
                  <a:lnTo>
                    <a:pt x="1249680" y="80645"/>
                  </a:lnTo>
                </a:path>
                <a:path w="6858000" h="2330450">
                  <a:moveTo>
                    <a:pt x="1211580" y="42545"/>
                  </a:moveTo>
                  <a:lnTo>
                    <a:pt x="1287780" y="42545"/>
                  </a:lnTo>
                </a:path>
                <a:path w="6858000" h="2330450">
                  <a:moveTo>
                    <a:pt x="1310640" y="4445"/>
                  </a:moveTo>
                  <a:lnTo>
                    <a:pt x="1310640" y="80645"/>
                  </a:lnTo>
                </a:path>
                <a:path w="6858000" h="2330450">
                  <a:moveTo>
                    <a:pt x="1272540" y="42545"/>
                  </a:moveTo>
                  <a:lnTo>
                    <a:pt x="1348740" y="42545"/>
                  </a:lnTo>
                </a:path>
                <a:path w="6858000" h="2330450">
                  <a:moveTo>
                    <a:pt x="1374647" y="4445"/>
                  </a:moveTo>
                  <a:lnTo>
                    <a:pt x="1374647" y="80645"/>
                  </a:lnTo>
                </a:path>
                <a:path w="6858000" h="2330450">
                  <a:moveTo>
                    <a:pt x="1336547" y="42545"/>
                  </a:moveTo>
                  <a:lnTo>
                    <a:pt x="1412747" y="42545"/>
                  </a:lnTo>
                </a:path>
                <a:path w="6858000" h="2330450">
                  <a:moveTo>
                    <a:pt x="1441704" y="4445"/>
                  </a:moveTo>
                  <a:lnTo>
                    <a:pt x="1441704" y="80645"/>
                  </a:lnTo>
                </a:path>
                <a:path w="6858000" h="2330450">
                  <a:moveTo>
                    <a:pt x="1403604" y="42545"/>
                  </a:moveTo>
                  <a:lnTo>
                    <a:pt x="1479804" y="42545"/>
                  </a:lnTo>
                </a:path>
                <a:path w="6858000" h="2330450">
                  <a:moveTo>
                    <a:pt x="1511808" y="6096"/>
                  </a:moveTo>
                  <a:lnTo>
                    <a:pt x="1511808" y="82296"/>
                  </a:lnTo>
                </a:path>
                <a:path w="6858000" h="2330450">
                  <a:moveTo>
                    <a:pt x="1473708" y="44196"/>
                  </a:moveTo>
                  <a:lnTo>
                    <a:pt x="1549908" y="44196"/>
                  </a:lnTo>
                </a:path>
                <a:path w="6858000" h="2330450">
                  <a:moveTo>
                    <a:pt x="1586483" y="6096"/>
                  </a:moveTo>
                  <a:lnTo>
                    <a:pt x="1586483" y="82296"/>
                  </a:lnTo>
                </a:path>
                <a:path w="6858000" h="2330450">
                  <a:moveTo>
                    <a:pt x="1548383" y="44196"/>
                  </a:moveTo>
                  <a:lnTo>
                    <a:pt x="1624583" y="44196"/>
                  </a:lnTo>
                </a:path>
                <a:path w="6858000" h="2330450">
                  <a:moveTo>
                    <a:pt x="1664208" y="6096"/>
                  </a:moveTo>
                  <a:lnTo>
                    <a:pt x="1664208" y="82296"/>
                  </a:lnTo>
                </a:path>
                <a:path w="6858000" h="2330450">
                  <a:moveTo>
                    <a:pt x="1626108" y="44196"/>
                  </a:moveTo>
                  <a:lnTo>
                    <a:pt x="1702308" y="44196"/>
                  </a:lnTo>
                </a:path>
                <a:path w="6858000" h="2330450">
                  <a:moveTo>
                    <a:pt x="1746504" y="6096"/>
                  </a:moveTo>
                  <a:lnTo>
                    <a:pt x="1746504" y="82296"/>
                  </a:lnTo>
                </a:path>
                <a:path w="6858000" h="2330450">
                  <a:moveTo>
                    <a:pt x="1708404" y="44196"/>
                  </a:moveTo>
                  <a:lnTo>
                    <a:pt x="1784604" y="44196"/>
                  </a:lnTo>
                </a:path>
                <a:path w="6858000" h="2330450">
                  <a:moveTo>
                    <a:pt x="1831847" y="9144"/>
                  </a:moveTo>
                  <a:lnTo>
                    <a:pt x="1831847" y="85344"/>
                  </a:lnTo>
                </a:path>
                <a:path w="6858000" h="2330450">
                  <a:moveTo>
                    <a:pt x="1793747" y="47244"/>
                  </a:moveTo>
                  <a:lnTo>
                    <a:pt x="1869947" y="47244"/>
                  </a:lnTo>
                </a:path>
                <a:path w="6858000" h="2330450">
                  <a:moveTo>
                    <a:pt x="1921763" y="15240"/>
                  </a:moveTo>
                  <a:lnTo>
                    <a:pt x="1921763" y="91440"/>
                  </a:lnTo>
                </a:path>
                <a:path w="6858000" h="2330450">
                  <a:moveTo>
                    <a:pt x="1883663" y="53340"/>
                  </a:moveTo>
                  <a:lnTo>
                    <a:pt x="1959863" y="53340"/>
                  </a:lnTo>
                </a:path>
                <a:path w="6858000" h="2330450">
                  <a:moveTo>
                    <a:pt x="2016252" y="33528"/>
                  </a:moveTo>
                  <a:lnTo>
                    <a:pt x="2016252" y="109728"/>
                  </a:lnTo>
                </a:path>
                <a:path w="6858000" h="2330450">
                  <a:moveTo>
                    <a:pt x="1978152" y="71628"/>
                  </a:moveTo>
                  <a:lnTo>
                    <a:pt x="2054352" y="71628"/>
                  </a:lnTo>
                </a:path>
                <a:path w="6858000" h="2330450">
                  <a:moveTo>
                    <a:pt x="2116835" y="83820"/>
                  </a:moveTo>
                  <a:lnTo>
                    <a:pt x="2116835" y="160020"/>
                  </a:lnTo>
                </a:path>
                <a:path w="6858000" h="2330450">
                  <a:moveTo>
                    <a:pt x="2078735" y="121920"/>
                  </a:moveTo>
                  <a:lnTo>
                    <a:pt x="2154935" y="121920"/>
                  </a:lnTo>
                </a:path>
                <a:path w="6858000" h="2330450">
                  <a:moveTo>
                    <a:pt x="2220468" y="179832"/>
                  </a:moveTo>
                  <a:lnTo>
                    <a:pt x="2220468" y="256032"/>
                  </a:lnTo>
                </a:path>
                <a:path w="6858000" h="2330450">
                  <a:moveTo>
                    <a:pt x="2182368" y="217932"/>
                  </a:moveTo>
                  <a:lnTo>
                    <a:pt x="2258568" y="217932"/>
                  </a:lnTo>
                </a:path>
                <a:path w="6858000" h="2330450">
                  <a:moveTo>
                    <a:pt x="2330196" y="313944"/>
                  </a:moveTo>
                  <a:lnTo>
                    <a:pt x="2330196" y="390144"/>
                  </a:lnTo>
                </a:path>
                <a:path w="6858000" h="2330450">
                  <a:moveTo>
                    <a:pt x="2292096" y="352044"/>
                  </a:moveTo>
                  <a:lnTo>
                    <a:pt x="2368296" y="352044"/>
                  </a:lnTo>
                </a:path>
                <a:path w="6858000" h="2330450">
                  <a:moveTo>
                    <a:pt x="2446020" y="463296"/>
                  </a:moveTo>
                  <a:lnTo>
                    <a:pt x="2446020" y="539496"/>
                  </a:lnTo>
                </a:path>
                <a:path w="6858000" h="2330450">
                  <a:moveTo>
                    <a:pt x="2407920" y="501396"/>
                  </a:moveTo>
                  <a:lnTo>
                    <a:pt x="2484120" y="501396"/>
                  </a:lnTo>
                </a:path>
                <a:path w="6858000" h="2330450">
                  <a:moveTo>
                    <a:pt x="2566416" y="615696"/>
                  </a:moveTo>
                  <a:lnTo>
                    <a:pt x="2566416" y="691896"/>
                  </a:lnTo>
                </a:path>
                <a:path w="6858000" h="2330450">
                  <a:moveTo>
                    <a:pt x="2528316" y="653796"/>
                  </a:moveTo>
                  <a:lnTo>
                    <a:pt x="2604516" y="653796"/>
                  </a:lnTo>
                </a:path>
                <a:path w="6858000" h="2330450">
                  <a:moveTo>
                    <a:pt x="2694432" y="763524"/>
                  </a:moveTo>
                  <a:lnTo>
                    <a:pt x="2694432" y="839724"/>
                  </a:lnTo>
                </a:path>
                <a:path w="6858000" h="2330450">
                  <a:moveTo>
                    <a:pt x="2656332" y="801624"/>
                  </a:moveTo>
                  <a:lnTo>
                    <a:pt x="2732532" y="801624"/>
                  </a:lnTo>
                </a:path>
                <a:path w="6858000" h="2330450">
                  <a:moveTo>
                    <a:pt x="2827020" y="903732"/>
                  </a:moveTo>
                  <a:lnTo>
                    <a:pt x="2827020" y="979932"/>
                  </a:lnTo>
                </a:path>
                <a:path w="6858000" h="2330450">
                  <a:moveTo>
                    <a:pt x="2788920" y="941832"/>
                  </a:moveTo>
                  <a:lnTo>
                    <a:pt x="2865120" y="941832"/>
                  </a:lnTo>
                </a:path>
                <a:path w="6858000" h="2330450">
                  <a:moveTo>
                    <a:pt x="2967228" y="1034796"/>
                  </a:moveTo>
                  <a:lnTo>
                    <a:pt x="2967228" y="1110996"/>
                  </a:lnTo>
                </a:path>
                <a:path w="6858000" h="2330450">
                  <a:moveTo>
                    <a:pt x="2929128" y="1072896"/>
                  </a:moveTo>
                  <a:lnTo>
                    <a:pt x="3005328" y="1072896"/>
                  </a:lnTo>
                </a:path>
                <a:path w="6858000" h="2330450">
                  <a:moveTo>
                    <a:pt x="3115056" y="1159764"/>
                  </a:moveTo>
                  <a:lnTo>
                    <a:pt x="3115056" y="1235964"/>
                  </a:lnTo>
                </a:path>
                <a:path w="6858000" h="2330450">
                  <a:moveTo>
                    <a:pt x="3076956" y="1197864"/>
                  </a:moveTo>
                  <a:lnTo>
                    <a:pt x="3153156" y="1197864"/>
                  </a:lnTo>
                </a:path>
                <a:path w="6858000" h="2330450">
                  <a:moveTo>
                    <a:pt x="3268979" y="1280160"/>
                  </a:moveTo>
                  <a:lnTo>
                    <a:pt x="3268979" y="1356360"/>
                  </a:lnTo>
                </a:path>
                <a:path w="6858000" h="2330450">
                  <a:moveTo>
                    <a:pt x="3230880" y="1318260"/>
                  </a:moveTo>
                  <a:lnTo>
                    <a:pt x="3307079" y="1318260"/>
                  </a:lnTo>
                </a:path>
                <a:path w="6858000" h="2330450">
                  <a:moveTo>
                    <a:pt x="3432048" y="1392936"/>
                  </a:moveTo>
                  <a:lnTo>
                    <a:pt x="3432048" y="1469136"/>
                  </a:lnTo>
                </a:path>
                <a:path w="6858000" h="2330450">
                  <a:moveTo>
                    <a:pt x="3393948" y="1431036"/>
                  </a:moveTo>
                  <a:lnTo>
                    <a:pt x="3470148" y="1431036"/>
                  </a:lnTo>
                </a:path>
                <a:path w="6858000" h="2330450">
                  <a:moveTo>
                    <a:pt x="3631692" y="1511808"/>
                  </a:moveTo>
                  <a:lnTo>
                    <a:pt x="3631692" y="1588008"/>
                  </a:lnTo>
                </a:path>
                <a:path w="6858000" h="2330450">
                  <a:moveTo>
                    <a:pt x="3593592" y="1549908"/>
                  </a:moveTo>
                  <a:lnTo>
                    <a:pt x="3669792" y="1549908"/>
                  </a:lnTo>
                </a:path>
                <a:path w="6858000" h="2330450">
                  <a:moveTo>
                    <a:pt x="3831335" y="1607820"/>
                  </a:moveTo>
                  <a:lnTo>
                    <a:pt x="3831335" y="1684020"/>
                  </a:lnTo>
                </a:path>
                <a:path w="6858000" h="2330450">
                  <a:moveTo>
                    <a:pt x="3793235" y="1645920"/>
                  </a:moveTo>
                  <a:lnTo>
                    <a:pt x="3869435" y="1645920"/>
                  </a:lnTo>
                </a:path>
                <a:path w="6858000" h="2330450">
                  <a:moveTo>
                    <a:pt x="4029455" y="1688592"/>
                  </a:moveTo>
                  <a:lnTo>
                    <a:pt x="4029455" y="1764792"/>
                  </a:lnTo>
                </a:path>
                <a:path w="6858000" h="2330450">
                  <a:moveTo>
                    <a:pt x="3991355" y="1726692"/>
                  </a:moveTo>
                  <a:lnTo>
                    <a:pt x="4067555" y="1726692"/>
                  </a:lnTo>
                </a:path>
                <a:path w="6858000" h="2330450">
                  <a:moveTo>
                    <a:pt x="4229100" y="1760220"/>
                  </a:moveTo>
                  <a:lnTo>
                    <a:pt x="4229100" y="1836420"/>
                  </a:lnTo>
                </a:path>
                <a:path w="6858000" h="2330450">
                  <a:moveTo>
                    <a:pt x="4191000" y="1798320"/>
                  </a:moveTo>
                  <a:lnTo>
                    <a:pt x="4267200" y="1798320"/>
                  </a:lnTo>
                </a:path>
                <a:path w="6858000" h="2330450">
                  <a:moveTo>
                    <a:pt x="4428743" y="1822704"/>
                  </a:moveTo>
                  <a:lnTo>
                    <a:pt x="4428743" y="1898904"/>
                  </a:lnTo>
                </a:path>
                <a:path w="6858000" h="2330450">
                  <a:moveTo>
                    <a:pt x="4390643" y="1860804"/>
                  </a:moveTo>
                  <a:lnTo>
                    <a:pt x="4466843" y="1860804"/>
                  </a:lnTo>
                </a:path>
                <a:path w="6858000" h="2330450">
                  <a:moveTo>
                    <a:pt x="4628387" y="1879092"/>
                  </a:moveTo>
                  <a:lnTo>
                    <a:pt x="4628387" y="1955292"/>
                  </a:lnTo>
                </a:path>
                <a:path w="6858000" h="2330450">
                  <a:moveTo>
                    <a:pt x="4590287" y="1917192"/>
                  </a:moveTo>
                  <a:lnTo>
                    <a:pt x="4666487" y="1917192"/>
                  </a:lnTo>
                </a:path>
                <a:path w="6858000" h="2330450">
                  <a:moveTo>
                    <a:pt x="4826508" y="1930908"/>
                  </a:moveTo>
                  <a:lnTo>
                    <a:pt x="4826508" y="2007108"/>
                  </a:lnTo>
                </a:path>
                <a:path w="6858000" h="2330450">
                  <a:moveTo>
                    <a:pt x="4788408" y="1969008"/>
                  </a:moveTo>
                  <a:lnTo>
                    <a:pt x="4864608" y="1969008"/>
                  </a:lnTo>
                </a:path>
                <a:path w="6858000" h="2330450">
                  <a:moveTo>
                    <a:pt x="5026152" y="1976628"/>
                  </a:moveTo>
                  <a:lnTo>
                    <a:pt x="5026152" y="2052828"/>
                  </a:lnTo>
                </a:path>
                <a:path w="6858000" h="2330450">
                  <a:moveTo>
                    <a:pt x="4988052" y="2014728"/>
                  </a:moveTo>
                  <a:lnTo>
                    <a:pt x="5064252" y="2014728"/>
                  </a:lnTo>
                </a:path>
                <a:path w="6858000" h="2330450">
                  <a:moveTo>
                    <a:pt x="5225796" y="2017776"/>
                  </a:moveTo>
                  <a:lnTo>
                    <a:pt x="5225796" y="2093976"/>
                  </a:lnTo>
                </a:path>
                <a:path w="6858000" h="2330450">
                  <a:moveTo>
                    <a:pt x="5187696" y="2055876"/>
                  </a:moveTo>
                  <a:lnTo>
                    <a:pt x="5263896" y="2055876"/>
                  </a:lnTo>
                </a:path>
                <a:path w="6858000" h="2330450">
                  <a:moveTo>
                    <a:pt x="5425439" y="2055876"/>
                  </a:moveTo>
                  <a:lnTo>
                    <a:pt x="5425439" y="2132076"/>
                  </a:lnTo>
                </a:path>
                <a:path w="6858000" h="2330450">
                  <a:moveTo>
                    <a:pt x="5387339" y="2093976"/>
                  </a:moveTo>
                  <a:lnTo>
                    <a:pt x="5463539" y="2093976"/>
                  </a:lnTo>
                </a:path>
                <a:path w="6858000" h="2330450">
                  <a:moveTo>
                    <a:pt x="5623559" y="2090928"/>
                  </a:moveTo>
                  <a:lnTo>
                    <a:pt x="5623559" y="2167128"/>
                  </a:lnTo>
                </a:path>
                <a:path w="6858000" h="2330450">
                  <a:moveTo>
                    <a:pt x="5585459" y="2129028"/>
                  </a:moveTo>
                  <a:lnTo>
                    <a:pt x="5661659" y="2129028"/>
                  </a:lnTo>
                </a:path>
                <a:path w="6858000" h="2330450">
                  <a:moveTo>
                    <a:pt x="5823204" y="2124456"/>
                  </a:moveTo>
                  <a:lnTo>
                    <a:pt x="5823204" y="2200656"/>
                  </a:lnTo>
                </a:path>
                <a:path w="6858000" h="2330450">
                  <a:moveTo>
                    <a:pt x="5785104" y="2162556"/>
                  </a:moveTo>
                  <a:lnTo>
                    <a:pt x="5861304" y="2162556"/>
                  </a:lnTo>
                </a:path>
                <a:path w="6858000" h="2330450">
                  <a:moveTo>
                    <a:pt x="6022848" y="2153412"/>
                  </a:moveTo>
                  <a:lnTo>
                    <a:pt x="6022848" y="2229612"/>
                  </a:lnTo>
                </a:path>
                <a:path w="6858000" h="2330450">
                  <a:moveTo>
                    <a:pt x="5984748" y="2191512"/>
                  </a:moveTo>
                  <a:lnTo>
                    <a:pt x="6060948" y="2191512"/>
                  </a:lnTo>
                </a:path>
                <a:path w="6858000" h="2330450">
                  <a:moveTo>
                    <a:pt x="6222491" y="2182368"/>
                  </a:moveTo>
                  <a:lnTo>
                    <a:pt x="6222491" y="2258568"/>
                  </a:lnTo>
                </a:path>
                <a:path w="6858000" h="2330450">
                  <a:moveTo>
                    <a:pt x="6184391" y="2220468"/>
                  </a:moveTo>
                  <a:lnTo>
                    <a:pt x="6260591" y="2220468"/>
                  </a:lnTo>
                </a:path>
                <a:path w="6858000" h="2330450">
                  <a:moveTo>
                    <a:pt x="6422135" y="2208276"/>
                  </a:moveTo>
                  <a:lnTo>
                    <a:pt x="6422135" y="2284476"/>
                  </a:lnTo>
                </a:path>
                <a:path w="6858000" h="2330450">
                  <a:moveTo>
                    <a:pt x="6384035" y="2246376"/>
                  </a:moveTo>
                  <a:lnTo>
                    <a:pt x="6460235" y="2246376"/>
                  </a:lnTo>
                </a:path>
                <a:path w="6858000" h="2330450">
                  <a:moveTo>
                    <a:pt x="6620256" y="2232660"/>
                  </a:moveTo>
                  <a:lnTo>
                    <a:pt x="6620256" y="2308860"/>
                  </a:lnTo>
                </a:path>
                <a:path w="6858000" h="2330450">
                  <a:moveTo>
                    <a:pt x="6582156" y="2270760"/>
                  </a:moveTo>
                  <a:lnTo>
                    <a:pt x="6658356" y="2270760"/>
                  </a:lnTo>
                </a:path>
                <a:path w="6858000" h="2330450">
                  <a:moveTo>
                    <a:pt x="6819900" y="2253996"/>
                  </a:moveTo>
                  <a:lnTo>
                    <a:pt x="6819900" y="2330196"/>
                  </a:lnTo>
                </a:path>
                <a:path w="6858000" h="2330450">
                  <a:moveTo>
                    <a:pt x="6781800" y="2292096"/>
                  </a:moveTo>
                  <a:lnTo>
                    <a:pt x="6858000" y="2292096"/>
                  </a:lnTo>
                </a:path>
              </a:pathLst>
            </a:custGeom>
            <a:ln w="9525">
              <a:solidFill>
                <a:srgbClr val="2544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9" name="object 489"/>
            <p:cNvSpPr/>
            <p:nvPr/>
          </p:nvSpPr>
          <p:spPr>
            <a:xfrm>
              <a:off x="2456942" y="30640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0" name="object 490"/>
            <p:cNvSpPr/>
            <p:nvPr/>
          </p:nvSpPr>
          <p:spPr>
            <a:xfrm>
              <a:off x="2456942" y="30640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1" name="object 491"/>
            <p:cNvSpPr/>
            <p:nvPr/>
          </p:nvSpPr>
          <p:spPr>
            <a:xfrm>
              <a:off x="2456942" y="306552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2" name="object 492"/>
            <p:cNvSpPr/>
            <p:nvPr/>
          </p:nvSpPr>
          <p:spPr>
            <a:xfrm>
              <a:off x="2456942" y="306552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3" name="object 493"/>
            <p:cNvSpPr/>
            <p:nvPr/>
          </p:nvSpPr>
          <p:spPr>
            <a:xfrm>
              <a:off x="2456942" y="306552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4" name="object 494"/>
            <p:cNvSpPr/>
            <p:nvPr/>
          </p:nvSpPr>
          <p:spPr>
            <a:xfrm>
              <a:off x="2456942" y="306552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5" name="object 495"/>
            <p:cNvSpPr/>
            <p:nvPr/>
          </p:nvSpPr>
          <p:spPr>
            <a:xfrm>
              <a:off x="2456942" y="306552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6" name="object 496"/>
            <p:cNvSpPr/>
            <p:nvPr/>
          </p:nvSpPr>
          <p:spPr>
            <a:xfrm>
              <a:off x="2456942" y="306552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7" name="object 497"/>
            <p:cNvSpPr/>
            <p:nvPr/>
          </p:nvSpPr>
          <p:spPr>
            <a:xfrm>
              <a:off x="2456942" y="306552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8" name="object 498"/>
            <p:cNvSpPr/>
            <p:nvPr/>
          </p:nvSpPr>
          <p:spPr>
            <a:xfrm>
              <a:off x="2456942" y="306552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9" name="object 499"/>
            <p:cNvSpPr/>
            <p:nvPr/>
          </p:nvSpPr>
          <p:spPr>
            <a:xfrm>
              <a:off x="2458466" y="306552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0" name="object 500"/>
            <p:cNvSpPr/>
            <p:nvPr/>
          </p:nvSpPr>
          <p:spPr>
            <a:xfrm>
              <a:off x="2458466" y="306552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1" name="object 501"/>
            <p:cNvSpPr/>
            <p:nvPr/>
          </p:nvSpPr>
          <p:spPr>
            <a:xfrm>
              <a:off x="2458466" y="306552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2" name="object 502"/>
            <p:cNvSpPr/>
            <p:nvPr/>
          </p:nvSpPr>
          <p:spPr>
            <a:xfrm>
              <a:off x="2458466" y="306552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3" name="object 503"/>
            <p:cNvSpPr/>
            <p:nvPr/>
          </p:nvSpPr>
          <p:spPr>
            <a:xfrm>
              <a:off x="2458466" y="306552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4" name="object 504"/>
            <p:cNvSpPr/>
            <p:nvPr/>
          </p:nvSpPr>
          <p:spPr>
            <a:xfrm>
              <a:off x="2458466" y="306552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5" name="object 505"/>
            <p:cNvSpPr/>
            <p:nvPr/>
          </p:nvSpPr>
          <p:spPr>
            <a:xfrm>
              <a:off x="2458466" y="306552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6" name="object 506"/>
            <p:cNvSpPr/>
            <p:nvPr/>
          </p:nvSpPr>
          <p:spPr>
            <a:xfrm>
              <a:off x="2458466" y="306552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7" name="object 507"/>
            <p:cNvSpPr/>
            <p:nvPr/>
          </p:nvSpPr>
          <p:spPr>
            <a:xfrm>
              <a:off x="2458466" y="306552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8" name="object 508"/>
            <p:cNvSpPr/>
            <p:nvPr/>
          </p:nvSpPr>
          <p:spPr>
            <a:xfrm>
              <a:off x="2458466" y="306552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9" name="object 509"/>
            <p:cNvSpPr/>
            <p:nvPr/>
          </p:nvSpPr>
          <p:spPr>
            <a:xfrm>
              <a:off x="2458466" y="306552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0" name="object 510"/>
            <p:cNvSpPr/>
            <p:nvPr/>
          </p:nvSpPr>
          <p:spPr>
            <a:xfrm>
              <a:off x="2458466" y="306552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1" name="object 511"/>
            <p:cNvSpPr/>
            <p:nvPr/>
          </p:nvSpPr>
          <p:spPr>
            <a:xfrm>
              <a:off x="2458466" y="306552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2" name="object 512"/>
            <p:cNvSpPr/>
            <p:nvPr/>
          </p:nvSpPr>
          <p:spPr>
            <a:xfrm>
              <a:off x="2458466" y="306552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3" name="object 513"/>
            <p:cNvSpPr/>
            <p:nvPr/>
          </p:nvSpPr>
          <p:spPr>
            <a:xfrm>
              <a:off x="2458466" y="306552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4" name="object 514"/>
            <p:cNvSpPr/>
            <p:nvPr/>
          </p:nvSpPr>
          <p:spPr>
            <a:xfrm>
              <a:off x="2458466" y="306552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5" name="object 515"/>
            <p:cNvSpPr/>
            <p:nvPr/>
          </p:nvSpPr>
          <p:spPr>
            <a:xfrm>
              <a:off x="2458466" y="306552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6" name="object 516"/>
            <p:cNvSpPr/>
            <p:nvPr/>
          </p:nvSpPr>
          <p:spPr>
            <a:xfrm>
              <a:off x="2458466" y="306552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7" name="object 517"/>
            <p:cNvSpPr/>
            <p:nvPr/>
          </p:nvSpPr>
          <p:spPr>
            <a:xfrm>
              <a:off x="2458466" y="306552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8" name="object 518"/>
            <p:cNvSpPr/>
            <p:nvPr/>
          </p:nvSpPr>
          <p:spPr>
            <a:xfrm>
              <a:off x="2458466" y="306552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9" name="object 519"/>
            <p:cNvSpPr/>
            <p:nvPr/>
          </p:nvSpPr>
          <p:spPr>
            <a:xfrm>
              <a:off x="2458466" y="306552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0" name="object 520"/>
            <p:cNvSpPr/>
            <p:nvPr/>
          </p:nvSpPr>
          <p:spPr>
            <a:xfrm>
              <a:off x="2458466" y="306552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1" name="object 521"/>
            <p:cNvSpPr/>
            <p:nvPr/>
          </p:nvSpPr>
          <p:spPr>
            <a:xfrm>
              <a:off x="2458466" y="306552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2" name="object 522"/>
            <p:cNvSpPr/>
            <p:nvPr/>
          </p:nvSpPr>
          <p:spPr>
            <a:xfrm>
              <a:off x="2458466" y="306552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3" name="object 523"/>
            <p:cNvSpPr/>
            <p:nvPr/>
          </p:nvSpPr>
          <p:spPr>
            <a:xfrm>
              <a:off x="2458466" y="306552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4" name="object 524"/>
            <p:cNvSpPr/>
            <p:nvPr/>
          </p:nvSpPr>
          <p:spPr>
            <a:xfrm>
              <a:off x="2458466" y="306552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5" name="object 525"/>
            <p:cNvSpPr/>
            <p:nvPr/>
          </p:nvSpPr>
          <p:spPr>
            <a:xfrm>
              <a:off x="2458466" y="30640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6" name="object 526"/>
            <p:cNvSpPr/>
            <p:nvPr/>
          </p:nvSpPr>
          <p:spPr>
            <a:xfrm>
              <a:off x="2458466" y="30640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7" name="object 527"/>
            <p:cNvSpPr/>
            <p:nvPr/>
          </p:nvSpPr>
          <p:spPr>
            <a:xfrm>
              <a:off x="2458466" y="30640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8" name="object 528"/>
            <p:cNvSpPr/>
            <p:nvPr/>
          </p:nvSpPr>
          <p:spPr>
            <a:xfrm>
              <a:off x="2458466" y="30640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9" name="object 529"/>
            <p:cNvSpPr/>
            <p:nvPr/>
          </p:nvSpPr>
          <p:spPr>
            <a:xfrm>
              <a:off x="2458466" y="30640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0" name="object 530"/>
            <p:cNvSpPr/>
            <p:nvPr/>
          </p:nvSpPr>
          <p:spPr>
            <a:xfrm>
              <a:off x="2458466" y="30640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1" name="object 531"/>
            <p:cNvSpPr/>
            <p:nvPr/>
          </p:nvSpPr>
          <p:spPr>
            <a:xfrm>
              <a:off x="2458466" y="30640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2" name="object 532"/>
            <p:cNvSpPr/>
            <p:nvPr/>
          </p:nvSpPr>
          <p:spPr>
            <a:xfrm>
              <a:off x="2458466" y="30640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3" name="object 533"/>
            <p:cNvSpPr/>
            <p:nvPr/>
          </p:nvSpPr>
          <p:spPr>
            <a:xfrm>
              <a:off x="2458466" y="30640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4" name="object 534"/>
            <p:cNvSpPr/>
            <p:nvPr/>
          </p:nvSpPr>
          <p:spPr>
            <a:xfrm>
              <a:off x="2458466" y="30640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5" name="object 535"/>
            <p:cNvSpPr/>
            <p:nvPr/>
          </p:nvSpPr>
          <p:spPr>
            <a:xfrm>
              <a:off x="2458466" y="30640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6" name="object 536"/>
            <p:cNvSpPr/>
            <p:nvPr/>
          </p:nvSpPr>
          <p:spPr>
            <a:xfrm>
              <a:off x="2458466" y="30640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7" name="object 537"/>
            <p:cNvSpPr/>
            <p:nvPr/>
          </p:nvSpPr>
          <p:spPr>
            <a:xfrm>
              <a:off x="2458466" y="30640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8" name="object 538"/>
            <p:cNvSpPr/>
            <p:nvPr/>
          </p:nvSpPr>
          <p:spPr>
            <a:xfrm>
              <a:off x="2458466" y="30640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9" name="object 539"/>
            <p:cNvSpPr/>
            <p:nvPr/>
          </p:nvSpPr>
          <p:spPr>
            <a:xfrm>
              <a:off x="2458466" y="30640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0" name="object 540"/>
            <p:cNvSpPr/>
            <p:nvPr/>
          </p:nvSpPr>
          <p:spPr>
            <a:xfrm>
              <a:off x="2458466" y="30640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1" name="object 541"/>
            <p:cNvSpPr/>
            <p:nvPr/>
          </p:nvSpPr>
          <p:spPr>
            <a:xfrm>
              <a:off x="2458466" y="30640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2" name="object 542"/>
            <p:cNvSpPr/>
            <p:nvPr/>
          </p:nvSpPr>
          <p:spPr>
            <a:xfrm>
              <a:off x="2458466" y="30640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3" name="object 543"/>
            <p:cNvSpPr/>
            <p:nvPr/>
          </p:nvSpPr>
          <p:spPr>
            <a:xfrm>
              <a:off x="2458466" y="30640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4" name="object 544"/>
            <p:cNvSpPr/>
            <p:nvPr/>
          </p:nvSpPr>
          <p:spPr>
            <a:xfrm>
              <a:off x="2458466" y="30640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5" name="object 545"/>
            <p:cNvSpPr/>
            <p:nvPr/>
          </p:nvSpPr>
          <p:spPr>
            <a:xfrm>
              <a:off x="2458466" y="30640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6" name="object 546"/>
            <p:cNvSpPr/>
            <p:nvPr/>
          </p:nvSpPr>
          <p:spPr>
            <a:xfrm>
              <a:off x="2458466" y="30640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7" name="object 547"/>
            <p:cNvSpPr/>
            <p:nvPr/>
          </p:nvSpPr>
          <p:spPr>
            <a:xfrm>
              <a:off x="2458466" y="30640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8" name="object 548"/>
            <p:cNvSpPr/>
            <p:nvPr/>
          </p:nvSpPr>
          <p:spPr>
            <a:xfrm>
              <a:off x="2458466" y="30640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9" name="object 549"/>
            <p:cNvSpPr/>
            <p:nvPr/>
          </p:nvSpPr>
          <p:spPr>
            <a:xfrm>
              <a:off x="2458466" y="30640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0" name="object 550"/>
            <p:cNvSpPr/>
            <p:nvPr/>
          </p:nvSpPr>
          <p:spPr>
            <a:xfrm>
              <a:off x="2458466" y="30640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1" name="object 551"/>
            <p:cNvSpPr/>
            <p:nvPr/>
          </p:nvSpPr>
          <p:spPr>
            <a:xfrm>
              <a:off x="2458466" y="30640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2" name="object 552"/>
            <p:cNvSpPr/>
            <p:nvPr/>
          </p:nvSpPr>
          <p:spPr>
            <a:xfrm>
              <a:off x="2458466" y="30640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3" name="object 553"/>
            <p:cNvSpPr/>
            <p:nvPr/>
          </p:nvSpPr>
          <p:spPr>
            <a:xfrm>
              <a:off x="2458466" y="30640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4" name="object 554"/>
            <p:cNvSpPr/>
            <p:nvPr/>
          </p:nvSpPr>
          <p:spPr>
            <a:xfrm>
              <a:off x="2458466" y="30640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5" name="object 555"/>
            <p:cNvSpPr/>
            <p:nvPr/>
          </p:nvSpPr>
          <p:spPr>
            <a:xfrm>
              <a:off x="2459990" y="30640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6" name="object 556"/>
            <p:cNvSpPr/>
            <p:nvPr/>
          </p:nvSpPr>
          <p:spPr>
            <a:xfrm>
              <a:off x="2459990" y="30640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7" name="object 557"/>
            <p:cNvSpPr/>
            <p:nvPr/>
          </p:nvSpPr>
          <p:spPr>
            <a:xfrm>
              <a:off x="2459990" y="30640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8" name="object 558"/>
            <p:cNvSpPr/>
            <p:nvPr/>
          </p:nvSpPr>
          <p:spPr>
            <a:xfrm>
              <a:off x="2459990" y="30640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9" name="object 559"/>
            <p:cNvSpPr/>
            <p:nvPr/>
          </p:nvSpPr>
          <p:spPr>
            <a:xfrm>
              <a:off x="2459990" y="30640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0" name="object 560"/>
            <p:cNvSpPr/>
            <p:nvPr/>
          </p:nvSpPr>
          <p:spPr>
            <a:xfrm>
              <a:off x="2459990" y="30640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1" name="object 561"/>
            <p:cNvSpPr/>
            <p:nvPr/>
          </p:nvSpPr>
          <p:spPr>
            <a:xfrm>
              <a:off x="2459990" y="30640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2" name="object 562"/>
            <p:cNvSpPr/>
            <p:nvPr/>
          </p:nvSpPr>
          <p:spPr>
            <a:xfrm>
              <a:off x="2459990" y="30640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3" name="object 563"/>
            <p:cNvSpPr/>
            <p:nvPr/>
          </p:nvSpPr>
          <p:spPr>
            <a:xfrm>
              <a:off x="2459990" y="30640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4" name="object 564"/>
            <p:cNvSpPr/>
            <p:nvPr/>
          </p:nvSpPr>
          <p:spPr>
            <a:xfrm>
              <a:off x="2459990" y="30640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5" name="object 565"/>
            <p:cNvSpPr/>
            <p:nvPr/>
          </p:nvSpPr>
          <p:spPr>
            <a:xfrm>
              <a:off x="2459990" y="3062477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6" name="object 566"/>
            <p:cNvSpPr/>
            <p:nvPr/>
          </p:nvSpPr>
          <p:spPr>
            <a:xfrm>
              <a:off x="2459990" y="3062477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7" name="object 567"/>
            <p:cNvSpPr/>
            <p:nvPr/>
          </p:nvSpPr>
          <p:spPr>
            <a:xfrm>
              <a:off x="2459990" y="3062477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8" name="object 568"/>
            <p:cNvSpPr/>
            <p:nvPr/>
          </p:nvSpPr>
          <p:spPr>
            <a:xfrm>
              <a:off x="2459990" y="3062477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9" name="object 569"/>
            <p:cNvSpPr/>
            <p:nvPr/>
          </p:nvSpPr>
          <p:spPr>
            <a:xfrm>
              <a:off x="2459990" y="3062477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0" name="object 570"/>
            <p:cNvSpPr/>
            <p:nvPr/>
          </p:nvSpPr>
          <p:spPr>
            <a:xfrm>
              <a:off x="2459990" y="3062477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1" name="object 571"/>
            <p:cNvSpPr/>
            <p:nvPr/>
          </p:nvSpPr>
          <p:spPr>
            <a:xfrm>
              <a:off x="2459990" y="3062477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2" name="object 572"/>
            <p:cNvSpPr/>
            <p:nvPr/>
          </p:nvSpPr>
          <p:spPr>
            <a:xfrm>
              <a:off x="2459990" y="3062477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3" name="object 573"/>
            <p:cNvSpPr/>
            <p:nvPr/>
          </p:nvSpPr>
          <p:spPr>
            <a:xfrm>
              <a:off x="2459990" y="3062477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4" name="object 574"/>
            <p:cNvSpPr/>
            <p:nvPr/>
          </p:nvSpPr>
          <p:spPr>
            <a:xfrm>
              <a:off x="2459990" y="3062477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5" name="object 575"/>
            <p:cNvSpPr/>
            <p:nvPr/>
          </p:nvSpPr>
          <p:spPr>
            <a:xfrm>
              <a:off x="2459990" y="3062477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6" name="object 576"/>
            <p:cNvSpPr/>
            <p:nvPr/>
          </p:nvSpPr>
          <p:spPr>
            <a:xfrm>
              <a:off x="2459990" y="3062477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7" name="object 577"/>
            <p:cNvSpPr/>
            <p:nvPr/>
          </p:nvSpPr>
          <p:spPr>
            <a:xfrm>
              <a:off x="2459990" y="3062477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8" name="object 578"/>
            <p:cNvSpPr/>
            <p:nvPr/>
          </p:nvSpPr>
          <p:spPr>
            <a:xfrm>
              <a:off x="2459990" y="3062477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9" name="object 579"/>
            <p:cNvSpPr/>
            <p:nvPr/>
          </p:nvSpPr>
          <p:spPr>
            <a:xfrm>
              <a:off x="2459990" y="3062477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0" name="object 580"/>
            <p:cNvSpPr/>
            <p:nvPr/>
          </p:nvSpPr>
          <p:spPr>
            <a:xfrm>
              <a:off x="2459990" y="3062477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1" name="object 581"/>
            <p:cNvSpPr/>
            <p:nvPr/>
          </p:nvSpPr>
          <p:spPr>
            <a:xfrm>
              <a:off x="2461514" y="3062477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2" name="object 582"/>
            <p:cNvSpPr/>
            <p:nvPr/>
          </p:nvSpPr>
          <p:spPr>
            <a:xfrm>
              <a:off x="2461514" y="3062477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3" name="object 583"/>
            <p:cNvSpPr/>
            <p:nvPr/>
          </p:nvSpPr>
          <p:spPr>
            <a:xfrm>
              <a:off x="2461514" y="3062477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4" name="object 584"/>
            <p:cNvSpPr/>
            <p:nvPr/>
          </p:nvSpPr>
          <p:spPr>
            <a:xfrm>
              <a:off x="2461514" y="3062477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5" name="object 585"/>
            <p:cNvSpPr/>
            <p:nvPr/>
          </p:nvSpPr>
          <p:spPr>
            <a:xfrm>
              <a:off x="2461514" y="3062477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6" name="object 586"/>
            <p:cNvSpPr/>
            <p:nvPr/>
          </p:nvSpPr>
          <p:spPr>
            <a:xfrm>
              <a:off x="2461514" y="3062477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7" name="object 587"/>
            <p:cNvSpPr/>
            <p:nvPr/>
          </p:nvSpPr>
          <p:spPr>
            <a:xfrm>
              <a:off x="2461514" y="3062477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8" name="object 588"/>
            <p:cNvSpPr/>
            <p:nvPr/>
          </p:nvSpPr>
          <p:spPr>
            <a:xfrm>
              <a:off x="2461514" y="3062477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9" name="object 589"/>
            <p:cNvSpPr/>
            <p:nvPr/>
          </p:nvSpPr>
          <p:spPr>
            <a:xfrm>
              <a:off x="2461514" y="306095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0" name="object 590"/>
            <p:cNvSpPr/>
            <p:nvPr/>
          </p:nvSpPr>
          <p:spPr>
            <a:xfrm>
              <a:off x="2461514" y="306095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1" name="object 591"/>
            <p:cNvSpPr/>
            <p:nvPr/>
          </p:nvSpPr>
          <p:spPr>
            <a:xfrm>
              <a:off x="2461514" y="306095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2" name="object 592"/>
            <p:cNvSpPr/>
            <p:nvPr/>
          </p:nvSpPr>
          <p:spPr>
            <a:xfrm>
              <a:off x="2461514" y="306095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3" name="object 593"/>
            <p:cNvSpPr/>
            <p:nvPr/>
          </p:nvSpPr>
          <p:spPr>
            <a:xfrm>
              <a:off x="2461514" y="306095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4" name="object 594"/>
            <p:cNvSpPr/>
            <p:nvPr/>
          </p:nvSpPr>
          <p:spPr>
            <a:xfrm>
              <a:off x="2461514" y="306095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5" name="object 595"/>
            <p:cNvSpPr/>
            <p:nvPr/>
          </p:nvSpPr>
          <p:spPr>
            <a:xfrm>
              <a:off x="2461514" y="306095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6" name="object 596"/>
            <p:cNvSpPr/>
            <p:nvPr/>
          </p:nvSpPr>
          <p:spPr>
            <a:xfrm>
              <a:off x="2461514" y="306095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7" name="object 597"/>
            <p:cNvSpPr/>
            <p:nvPr/>
          </p:nvSpPr>
          <p:spPr>
            <a:xfrm>
              <a:off x="2461514" y="306095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8" name="object 598"/>
            <p:cNvSpPr/>
            <p:nvPr/>
          </p:nvSpPr>
          <p:spPr>
            <a:xfrm>
              <a:off x="2461514" y="306095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9" name="object 599"/>
            <p:cNvSpPr/>
            <p:nvPr/>
          </p:nvSpPr>
          <p:spPr>
            <a:xfrm>
              <a:off x="2461514" y="306095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0" name="object 600"/>
            <p:cNvSpPr/>
            <p:nvPr/>
          </p:nvSpPr>
          <p:spPr>
            <a:xfrm>
              <a:off x="2461514" y="306095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1" name="object 601"/>
            <p:cNvSpPr/>
            <p:nvPr/>
          </p:nvSpPr>
          <p:spPr>
            <a:xfrm>
              <a:off x="2463038" y="306095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2" name="object 602"/>
            <p:cNvSpPr/>
            <p:nvPr/>
          </p:nvSpPr>
          <p:spPr>
            <a:xfrm>
              <a:off x="2463038" y="306095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3" name="object 603"/>
            <p:cNvSpPr/>
            <p:nvPr/>
          </p:nvSpPr>
          <p:spPr>
            <a:xfrm>
              <a:off x="2463038" y="306095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4" name="object 604"/>
            <p:cNvSpPr/>
            <p:nvPr/>
          </p:nvSpPr>
          <p:spPr>
            <a:xfrm>
              <a:off x="2463038" y="306095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5" name="object 605"/>
            <p:cNvSpPr/>
            <p:nvPr/>
          </p:nvSpPr>
          <p:spPr>
            <a:xfrm>
              <a:off x="2463038" y="30594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6" name="object 606"/>
            <p:cNvSpPr/>
            <p:nvPr/>
          </p:nvSpPr>
          <p:spPr>
            <a:xfrm>
              <a:off x="2463038" y="30594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7" name="object 607"/>
            <p:cNvSpPr/>
            <p:nvPr/>
          </p:nvSpPr>
          <p:spPr>
            <a:xfrm>
              <a:off x="2463038" y="30594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8" name="object 608"/>
            <p:cNvSpPr/>
            <p:nvPr/>
          </p:nvSpPr>
          <p:spPr>
            <a:xfrm>
              <a:off x="2463038" y="30594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9" name="object 609"/>
            <p:cNvSpPr/>
            <p:nvPr/>
          </p:nvSpPr>
          <p:spPr>
            <a:xfrm>
              <a:off x="2463038" y="30594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0" name="object 610"/>
            <p:cNvSpPr/>
            <p:nvPr/>
          </p:nvSpPr>
          <p:spPr>
            <a:xfrm>
              <a:off x="2463038" y="30594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1" name="object 611"/>
            <p:cNvSpPr/>
            <p:nvPr/>
          </p:nvSpPr>
          <p:spPr>
            <a:xfrm>
              <a:off x="2463038" y="30594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2" name="object 612"/>
            <p:cNvSpPr/>
            <p:nvPr/>
          </p:nvSpPr>
          <p:spPr>
            <a:xfrm>
              <a:off x="2463038" y="30594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3" name="object 613"/>
            <p:cNvSpPr/>
            <p:nvPr/>
          </p:nvSpPr>
          <p:spPr>
            <a:xfrm>
              <a:off x="2463038" y="30594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4" name="object 614"/>
            <p:cNvSpPr/>
            <p:nvPr/>
          </p:nvSpPr>
          <p:spPr>
            <a:xfrm>
              <a:off x="2463038" y="30594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5" name="object 615"/>
            <p:cNvSpPr/>
            <p:nvPr/>
          </p:nvSpPr>
          <p:spPr>
            <a:xfrm>
              <a:off x="2464562" y="30594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6" name="object 616"/>
            <p:cNvSpPr/>
            <p:nvPr/>
          </p:nvSpPr>
          <p:spPr>
            <a:xfrm>
              <a:off x="2464562" y="30594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7" name="object 617"/>
            <p:cNvSpPr/>
            <p:nvPr/>
          </p:nvSpPr>
          <p:spPr>
            <a:xfrm>
              <a:off x="2464562" y="30594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8" name="object 618"/>
            <p:cNvSpPr/>
            <p:nvPr/>
          </p:nvSpPr>
          <p:spPr>
            <a:xfrm>
              <a:off x="2464562" y="30594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9" name="object 619"/>
            <p:cNvSpPr/>
            <p:nvPr/>
          </p:nvSpPr>
          <p:spPr>
            <a:xfrm>
              <a:off x="2464562" y="30579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0" name="object 620"/>
            <p:cNvSpPr/>
            <p:nvPr/>
          </p:nvSpPr>
          <p:spPr>
            <a:xfrm>
              <a:off x="2464562" y="30579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1" name="object 621"/>
            <p:cNvSpPr/>
            <p:nvPr/>
          </p:nvSpPr>
          <p:spPr>
            <a:xfrm>
              <a:off x="2464562" y="30579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2" name="object 622"/>
            <p:cNvSpPr/>
            <p:nvPr/>
          </p:nvSpPr>
          <p:spPr>
            <a:xfrm>
              <a:off x="2464562" y="30579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3" name="object 623"/>
            <p:cNvSpPr/>
            <p:nvPr/>
          </p:nvSpPr>
          <p:spPr>
            <a:xfrm>
              <a:off x="2464562" y="30579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4" name="object 624"/>
            <p:cNvSpPr/>
            <p:nvPr/>
          </p:nvSpPr>
          <p:spPr>
            <a:xfrm>
              <a:off x="2464562" y="30579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5" name="object 625"/>
            <p:cNvSpPr/>
            <p:nvPr/>
          </p:nvSpPr>
          <p:spPr>
            <a:xfrm>
              <a:off x="2466086" y="30579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6" name="object 626"/>
            <p:cNvSpPr/>
            <p:nvPr/>
          </p:nvSpPr>
          <p:spPr>
            <a:xfrm>
              <a:off x="2466086" y="30579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7" name="object 627"/>
            <p:cNvSpPr/>
            <p:nvPr/>
          </p:nvSpPr>
          <p:spPr>
            <a:xfrm>
              <a:off x="2466086" y="30579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8" name="object 628"/>
            <p:cNvSpPr/>
            <p:nvPr/>
          </p:nvSpPr>
          <p:spPr>
            <a:xfrm>
              <a:off x="2466086" y="30579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9" name="object 629"/>
            <p:cNvSpPr/>
            <p:nvPr/>
          </p:nvSpPr>
          <p:spPr>
            <a:xfrm>
              <a:off x="2466086" y="30563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0" name="object 630"/>
            <p:cNvSpPr/>
            <p:nvPr/>
          </p:nvSpPr>
          <p:spPr>
            <a:xfrm>
              <a:off x="2466086" y="30563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1" name="object 631"/>
            <p:cNvSpPr/>
            <p:nvPr/>
          </p:nvSpPr>
          <p:spPr>
            <a:xfrm>
              <a:off x="2466086" y="30563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2" name="object 632"/>
            <p:cNvSpPr/>
            <p:nvPr/>
          </p:nvSpPr>
          <p:spPr>
            <a:xfrm>
              <a:off x="2466086" y="30563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3" name="object 633"/>
            <p:cNvSpPr/>
            <p:nvPr/>
          </p:nvSpPr>
          <p:spPr>
            <a:xfrm>
              <a:off x="2466086" y="30563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4" name="object 634"/>
            <p:cNvSpPr/>
            <p:nvPr/>
          </p:nvSpPr>
          <p:spPr>
            <a:xfrm>
              <a:off x="2466086" y="30563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5" name="object 635"/>
            <p:cNvSpPr/>
            <p:nvPr/>
          </p:nvSpPr>
          <p:spPr>
            <a:xfrm>
              <a:off x="2467610" y="30563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6" name="object 636"/>
            <p:cNvSpPr/>
            <p:nvPr/>
          </p:nvSpPr>
          <p:spPr>
            <a:xfrm>
              <a:off x="2467610" y="30563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7" name="object 637"/>
            <p:cNvSpPr/>
            <p:nvPr/>
          </p:nvSpPr>
          <p:spPr>
            <a:xfrm>
              <a:off x="2467610" y="30563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8" name="object 638"/>
            <p:cNvSpPr/>
            <p:nvPr/>
          </p:nvSpPr>
          <p:spPr>
            <a:xfrm>
              <a:off x="2467610" y="30563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9" name="object 639"/>
            <p:cNvSpPr/>
            <p:nvPr/>
          </p:nvSpPr>
          <p:spPr>
            <a:xfrm>
              <a:off x="2467610" y="30548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0" name="object 640"/>
            <p:cNvSpPr/>
            <p:nvPr/>
          </p:nvSpPr>
          <p:spPr>
            <a:xfrm>
              <a:off x="2467610" y="30548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1" name="object 641"/>
            <p:cNvSpPr/>
            <p:nvPr/>
          </p:nvSpPr>
          <p:spPr>
            <a:xfrm>
              <a:off x="2467610" y="30548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2" name="object 642"/>
            <p:cNvSpPr/>
            <p:nvPr/>
          </p:nvSpPr>
          <p:spPr>
            <a:xfrm>
              <a:off x="2467610" y="30548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3" name="object 643"/>
            <p:cNvSpPr/>
            <p:nvPr/>
          </p:nvSpPr>
          <p:spPr>
            <a:xfrm>
              <a:off x="2469134" y="30548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4" name="object 644"/>
            <p:cNvSpPr/>
            <p:nvPr/>
          </p:nvSpPr>
          <p:spPr>
            <a:xfrm>
              <a:off x="2469134" y="30548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5" name="object 645"/>
            <p:cNvSpPr/>
            <p:nvPr/>
          </p:nvSpPr>
          <p:spPr>
            <a:xfrm>
              <a:off x="2469134" y="30548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6" name="object 646"/>
            <p:cNvSpPr/>
            <p:nvPr/>
          </p:nvSpPr>
          <p:spPr>
            <a:xfrm>
              <a:off x="2469134" y="30548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7" name="object 647"/>
            <p:cNvSpPr/>
            <p:nvPr/>
          </p:nvSpPr>
          <p:spPr>
            <a:xfrm>
              <a:off x="2469134" y="305333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8" name="object 648"/>
            <p:cNvSpPr/>
            <p:nvPr/>
          </p:nvSpPr>
          <p:spPr>
            <a:xfrm>
              <a:off x="2469134" y="305333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9" name="object 649"/>
            <p:cNvSpPr/>
            <p:nvPr/>
          </p:nvSpPr>
          <p:spPr>
            <a:xfrm>
              <a:off x="2470658" y="305333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0" name="object 650"/>
            <p:cNvSpPr/>
            <p:nvPr/>
          </p:nvSpPr>
          <p:spPr>
            <a:xfrm>
              <a:off x="2470658" y="305333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1" name="object 651"/>
            <p:cNvSpPr/>
            <p:nvPr/>
          </p:nvSpPr>
          <p:spPr>
            <a:xfrm>
              <a:off x="2470658" y="305333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2" name="object 652"/>
            <p:cNvSpPr/>
            <p:nvPr/>
          </p:nvSpPr>
          <p:spPr>
            <a:xfrm>
              <a:off x="2470658" y="305333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3" name="object 653"/>
            <p:cNvSpPr/>
            <p:nvPr/>
          </p:nvSpPr>
          <p:spPr>
            <a:xfrm>
              <a:off x="2470658" y="305333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4" name="object 654"/>
            <p:cNvSpPr/>
            <p:nvPr/>
          </p:nvSpPr>
          <p:spPr>
            <a:xfrm>
              <a:off x="2470658" y="305333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5" name="object 655"/>
            <p:cNvSpPr/>
            <p:nvPr/>
          </p:nvSpPr>
          <p:spPr>
            <a:xfrm>
              <a:off x="2470658" y="3051809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6" name="object 656"/>
            <p:cNvSpPr/>
            <p:nvPr/>
          </p:nvSpPr>
          <p:spPr>
            <a:xfrm>
              <a:off x="2470658" y="3051809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7" name="object 657"/>
            <p:cNvSpPr/>
            <p:nvPr/>
          </p:nvSpPr>
          <p:spPr>
            <a:xfrm>
              <a:off x="2472182" y="3051809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8" name="object 658"/>
            <p:cNvSpPr/>
            <p:nvPr/>
          </p:nvSpPr>
          <p:spPr>
            <a:xfrm>
              <a:off x="2472182" y="3051809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9" name="object 659"/>
            <p:cNvSpPr/>
            <p:nvPr/>
          </p:nvSpPr>
          <p:spPr>
            <a:xfrm>
              <a:off x="2472182" y="3051809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0" name="object 660"/>
            <p:cNvSpPr/>
            <p:nvPr/>
          </p:nvSpPr>
          <p:spPr>
            <a:xfrm>
              <a:off x="2472182" y="3051809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1" name="object 661"/>
            <p:cNvSpPr/>
            <p:nvPr/>
          </p:nvSpPr>
          <p:spPr>
            <a:xfrm>
              <a:off x="2472182" y="3051809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2" name="object 662"/>
            <p:cNvSpPr/>
            <p:nvPr/>
          </p:nvSpPr>
          <p:spPr>
            <a:xfrm>
              <a:off x="2472182" y="3051809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3" name="object 663"/>
            <p:cNvSpPr/>
            <p:nvPr/>
          </p:nvSpPr>
          <p:spPr>
            <a:xfrm>
              <a:off x="2473706" y="3050159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4" name="object 664"/>
            <p:cNvSpPr/>
            <p:nvPr/>
          </p:nvSpPr>
          <p:spPr>
            <a:xfrm>
              <a:off x="2473706" y="3050159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5" name="object 665"/>
            <p:cNvSpPr/>
            <p:nvPr/>
          </p:nvSpPr>
          <p:spPr>
            <a:xfrm>
              <a:off x="2473706" y="3050159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6" name="object 666"/>
            <p:cNvSpPr/>
            <p:nvPr/>
          </p:nvSpPr>
          <p:spPr>
            <a:xfrm>
              <a:off x="2473706" y="3050159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7" name="object 667"/>
            <p:cNvSpPr/>
            <p:nvPr/>
          </p:nvSpPr>
          <p:spPr>
            <a:xfrm>
              <a:off x="2475230" y="3050159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8" name="object 668"/>
            <p:cNvSpPr/>
            <p:nvPr/>
          </p:nvSpPr>
          <p:spPr>
            <a:xfrm>
              <a:off x="2475230" y="3050159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9" name="object 669"/>
            <p:cNvSpPr/>
            <p:nvPr/>
          </p:nvSpPr>
          <p:spPr>
            <a:xfrm>
              <a:off x="2475230" y="304863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0" name="object 670"/>
            <p:cNvSpPr/>
            <p:nvPr/>
          </p:nvSpPr>
          <p:spPr>
            <a:xfrm>
              <a:off x="2475230" y="304863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1" name="object 671"/>
            <p:cNvSpPr/>
            <p:nvPr/>
          </p:nvSpPr>
          <p:spPr>
            <a:xfrm>
              <a:off x="2476754" y="304863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2" name="object 672"/>
            <p:cNvSpPr/>
            <p:nvPr/>
          </p:nvSpPr>
          <p:spPr>
            <a:xfrm>
              <a:off x="2476754" y="304863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3" name="object 673"/>
            <p:cNvSpPr/>
            <p:nvPr/>
          </p:nvSpPr>
          <p:spPr>
            <a:xfrm>
              <a:off x="2476754" y="304863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4" name="object 674"/>
            <p:cNvSpPr/>
            <p:nvPr/>
          </p:nvSpPr>
          <p:spPr>
            <a:xfrm>
              <a:off x="2476754" y="304863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5" name="object 675"/>
            <p:cNvSpPr/>
            <p:nvPr/>
          </p:nvSpPr>
          <p:spPr>
            <a:xfrm>
              <a:off x="2476754" y="304723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6" name="object 676"/>
            <p:cNvSpPr/>
            <p:nvPr/>
          </p:nvSpPr>
          <p:spPr>
            <a:xfrm>
              <a:off x="2476754" y="304723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7" name="object 677"/>
            <p:cNvSpPr/>
            <p:nvPr/>
          </p:nvSpPr>
          <p:spPr>
            <a:xfrm>
              <a:off x="2478278" y="304723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8" name="object 678"/>
            <p:cNvSpPr/>
            <p:nvPr/>
          </p:nvSpPr>
          <p:spPr>
            <a:xfrm>
              <a:off x="2478278" y="304723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9" name="object 679"/>
            <p:cNvSpPr/>
            <p:nvPr/>
          </p:nvSpPr>
          <p:spPr>
            <a:xfrm>
              <a:off x="2478278" y="304723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0" name="object 680"/>
            <p:cNvSpPr/>
            <p:nvPr/>
          </p:nvSpPr>
          <p:spPr>
            <a:xfrm>
              <a:off x="2478278" y="304723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1" name="object 681"/>
            <p:cNvSpPr/>
            <p:nvPr/>
          </p:nvSpPr>
          <p:spPr>
            <a:xfrm>
              <a:off x="2479802" y="3045713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2" name="object 682"/>
            <p:cNvSpPr/>
            <p:nvPr/>
          </p:nvSpPr>
          <p:spPr>
            <a:xfrm>
              <a:off x="2479802" y="3045713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3" name="object 683"/>
            <p:cNvSpPr/>
            <p:nvPr/>
          </p:nvSpPr>
          <p:spPr>
            <a:xfrm>
              <a:off x="2479802" y="3045713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4" name="object 684"/>
            <p:cNvSpPr/>
            <p:nvPr/>
          </p:nvSpPr>
          <p:spPr>
            <a:xfrm>
              <a:off x="2479802" y="3045713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5" name="object 685"/>
            <p:cNvSpPr/>
            <p:nvPr/>
          </p:nvSpPr>
          <p:spPr>
            <a:xfrm>
              <a:off x="2481326" y="304419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6" name="object 686"/>
            <p:cNvSpPr/>
            <p:nvPr/>
          </p:nvSpPr>
          <p:spPr>
            <a:xfrm>
              <a:off x="2481326" y="304419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7" name="object 687"/>
            <p:cNvSpPr/>
            <p:nvPr/>
          </p:nvSpPr>
          <p:spPr>
            <a:xfrm>
              <a:off x="2482850" y="304419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8" name="object 688"/>
            <p:cNvSpPr/>
            <p:nvPr/>
          </p:nvSpPr>
          <p:spPr>
            <a:xfrm>
              <a:off x="2482850" y="304419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9" name="object 689"/>
            <p:cNvSpPr/>
            <p:nvPr/>
          </p:nvSpPr>
          <p:spPr>
            <a:xfrm>
              <a:off x="2482850" y="304419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0" name="object 690"/>
            <p:cNvSpPr/>
            <p:nvPr/>
          </p:nvSpPr>
          <p:spPr>
            <a:xfrm>
              <a:off x="2482850" y="304419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1" name="object 691"/>
            <p:cNvSpPr/>
            <p:nvPr/>
          </p:nvSpPr>
          <p:spPr>
            <a:xfrm>
              <a:off x="2484374" y="304266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2" name="object 692"/>
            <p:cNvSpPr/>
            <p:nvPr/>
          </p:nvSpPr>
          <p:spPr>
            <a:xfrm>
              <a:off x="2484374" y="304266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3" name="object 693"/>
            <p:cNvSpPr/>
            <p:nvPr/>
          </p:nvSpPr>
          <p:spPr>
            <a:xfrm>
              <a:off x="2484374" y="304266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4" name="object 694"/>
            <p:cNvSpPr/>
            <p:nvPr/>
          </p:nvSpPr>
          <p:spPr>
            <a:xfrm>
              <a:off x="2484374" y="304266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5" name="object 695"/>
            <p:cNvSpPr/>
            <p:nvPr/>
          </p:nvSpPr>
          <p:spPr>
            <a:xfrm>
              <a:off x="2485898" y="304114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6" name="object 696"/>
            <p:cNvSpPr/>
            <p:nvPr/>
          </p:nvSpPr>
          <p:spPr>
            <a:xfrm>
              <a:off x="2485898" y="304114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7" name="object 697"/>
            <p:cNvSpPr/>
            <p:nvPr/>
          </p:nvSpPr>
          <p:spPr>
            <a:xfrm>
              <a:off x="2487422" y="304114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8" name="object 698"/>
            <p:cNvSpPr/>
            <p:nvPr/>
          </p:nvSpPr>
          <p:spPr>
            <a:xfrm>
              <a:off x="2487422" y="304114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9" name="object 699"/>
            <p:cNvSpPr/>
            <p:nvPr/>
          </p:nvSpPr>
          <p:spPr>
            <a:xfrm>
              <a:off x="2487422" y="304114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0" name="object 700"/>
            <p:cNvSpPr/>
            <p:nvPr/>
          </p:nvSpPr>
          <p:spPr>
            <a:xfrm>
              <a:off x="2487422" y="304114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1" name="object 701"/>
            <p:cNvSpPr/>
            <p:nvPr/>
          </p:nvSpPr>
          <p:spPr>
            <a:xfrm>
              <a:off x="2488946" y="303961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2" name="object 702"/>
            <p:cNvSpPr/>
            <p:nvPr/>
          </p:nvSpPr>
          <p:spPr>
            <a:xfrm>
              <a:off x="2488946" y="303961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3" name="object 703"/>
            <p:cNvSpPr/>
            <p:nvPr/>
          </p:nvSpPr>
          <p:spPr>
            <a:xfrm>
              <a:off x="2490470" y="303961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4" name="object 704"/>
            <p:cNvSpPr/>
            <p:nvPr/>
          </p:nvSpPr>
          <p:spPr>
            <a:xfrm>
              <a:off x="2490470" y="303961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5" name="object 705"/>
            <p:cNvSpPr/>
            <p:nvPr/>
          </p:nvSpPr>
          <p:spPr>
            <a:xfrm>
              <a:off x="2491994" y="303809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6" name="object 706"/>
            <p:cNvSpPr/>
            <p:nvPr/>
          </p:nvSpPr>
          <p:spPr>
            <a:xfrm>
              <a:off x="2491994" y="303809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7" name="object 707"/>
            <p:cNvSpPr/>
            <p:nvPr/>
          </p:nvSpPr>
          <p:spPr>
            <a:xfrm>
              <a:off x="2491994" y="303809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8" name="object 708"/>
            <p:cNvSpPr/>
            <p:nvPr/>
          </p:nvSpPr>
          <p:spPr>
            <a:xfrm>
              <a:off x="2491994" y="303809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9" name="object 709"/>
            <p:cNvSpPr/>
            <p:nvPr/>
          </p:nvSpPr>
          <p:spPr>
            <a:xfrm>
              <a:off x="2493518" y="303809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0" name="object 710"/>
            <p:cNvSpPr/>
            <p:nvPr/>
          </p:nvSpPr>
          <p:spPr>
            <a:xfrm>
              <a:off x="2493518" y="303809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1" name="object 711"/>
            <p:cNvSpPr/>
            <p:nvPr/>
          </p:nvSpPr>
          <p:spPr>
            <a:xfrm>
              <a:off x="2495042" y="303657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2" name="object 712"/>
            <p:cNvSpPr/>
            <p:nvPr/>
          </p:nvSpPr>
          <p:spPr>
            <a:xfrm>
              <a:off x="2495042" y="303657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3" name="object 713"/>
            <p:cNvSpPr/>
            <p:nvPr/>
          </p:nvSpPr>
          <p:spPr>
            <a:xfrm>
              <a:off x="2496566" y="303657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4" name="object 714"/>
            <p:cNvSpPr/>
            <p:nvPr/>
          </p:nvSpPr>
          <p:spPr>
            <a:xfrm>
              <a:off x="2496566" y="303657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5" name="object 715"/>
            <p:cNvSpPr/>
            <p:nvPr/>
          </p:nvSpPr>
          <p:spPr>
            <a:xfrm>
              <a:off x="2498090" y="303504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6" name="object 716"/>
            <p:cNvSpPr/>
            <p:nvPr/>
          </p:nvSpPr>
          <p:spPr>
            <a:xfrm>
              <a:off x="2498090" y="303504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7" name="object 717"/>
            <p:cNvSpPr/>
            <p:nvPr/>
          </p:nvSpPr>
          <p:spPr>
            <a:xfrm>
              <a:off x="2499614" y="303504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8" name="object 718"/>
            <p:cNvSpPr/>
            <p:nvPr/>
          </p:nvSpPr>
          <p:spPr>
            <a:xfrm>
              <a:off x="2499614" y="303504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9" name="object 719"/>
            <p:cNvSpPr/>
            <p:nvPr/>
          </p:nvSpPr>
          <p:spPr>
            <a:xfrm>
              <a:off x="2501138" y="303352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0" name="object 720"/>
            <p:cNvSpPr/>
            <p:nvPr/>
          </p:nvSpPr>
          <p:spPr>
            <a:xfrm>
              <a:off x="2501138" y="303352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1" name="object 721"/>
            <p:cNvSpPr/>
            <p:nvPr/>
          </p:nvSpPr>
          <p:spPr>
            <a:xfrm>
              <a:off x="2502662" y="303352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2" name="object 722"/>
            <p:cNvSpPr/>
            <p:nvPr/>
          </p:nvSpPr>
          <p:spPr>
            <a:xfrm>
              <a:off x="2502662" y="303352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3" name="object 723"/>
            <p:cNvSpPr/>
            <p:nvPr/>
          </p:nvSpPr>
          <p:spPr>
            <a:xfrm>
              <a:off x="2504186" y="303187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4" name="object 724"/>
            <p:cNvSpPr/>
            <p:nvPr/>
          </p:nvSpPr>
          <p:spPr>
            <a:xfrm>
              <a:off x="2504186" y="303187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5" name="object 725"/>
            <p:cNvSpPr/>
            <p:nvPr/>
          </p:nvSpPr>
          <p:spPr>
            <a:xfrm>
              <a:off x="2505710" y="303187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6" name="object 726"/>
            <p:cNvSpPr/>
            <p:nvPr/>
          </p:nvSpPr>
          <p:spPr>
            <a:xfrm>
              <a:off x="2505710" y="303187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7" name="object 727"/>
            <p:cNvSpPr/>
            <p:nvPr/>
          </p:nvSpPr>
          <p:spPr>
            <a:xfrm>
              <a:off x="2507234" y="303187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8" name="object 728"/>
            <p:cNvSpPr/>
            <p:nvPr/>
          </p:nvSpPr>
          <p:spPr>
            <a:xfrm>
              <a:off x="2507234" y="303187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9" name="object 729"/>
            <p:cNvSpPr/>
            <p:nvPr/>
          </p:nvSpPr>
          <p:spPr>
            <a:xfrm>
              <a:off x="2508758" y="3030347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0" name="object 730"/>
            <p:cNvSpPr/>
            <p:nvPr/>
          </p:nvSpPr>
          <p:spPr>
            <a:xfrm>
              <a:off x="2508758" y="3030347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1" name="object 731"/>
            <p:cNvSpPr/>
            <p:nvPr/>
          </p:nvSpPr>
          <p:spPr>
            <a:xfrm>
              <a:off x="2511806" y="3030347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2" name="object 732"/>
            <p:cNvSpPr/>
            <p:nvPr/>
          </p:nvSpPr>
          <p:spPr>
            <a:xfrm>
              <a:off x="2511806" y="3030347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3" name="object 733"/>
            <p:cNvSpPr/>
            <p:nvPr/>
          </p:nvSpPr>
          <p:spPr>
            <a:xfrm>
              <a:off x="2513330" y="302895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4" name="object 734"/>
            <p:cNvSpPr/>
            <p:nvPr/>
          </p:nvSpPr>
          <p:spPr>
            <a:xfrm>
              <a:off x="2513330" y="302895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5" name="object 735"/>
            <p:cNvSpPr/>
            <p:nvPr/>
          </p:nvSpPr>
          <p:spPr>
            <a:xfrm>
              <a:off x="2514854" y="302895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6" name="object 736"/>
            <p:cNvSpPr/>
            <p:nvPr/>
          </p:nvSpPr>
          <p:spPr>
            <a:xfrm>
              <a:off x="2514854" y="302895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7" name="object 737"/>
            <p:cNvSpPr/>
            <p:nvPr/>
          </p:nvSpPr>
          <p:spPr>
            <a:xfrm>
              <a:off x="2517902" y="302742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8" name="object 738"/>
            <p:cNvSpPr/>
            <p:nvPr/>
          </p:nvSpPr>
          <p:spPr>
            <a:xfrm>
              <a:off x="2517902" y="302742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9" name="object 739"/>
            <p:cNvSpPr/>
            <p:nvPr/>
          </p:nvSpPr>
          <p:spPr>
            <a:xfrm>
              <a:off x="2519426" y="302742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0" name="object 740"/>
            <p:cNvSpPr/>
            <p:nvPr/>
          </p:nvSpPr>
          <p:spPr>
            <a:xfrm>
              <a:off x="2519426" y="302742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1" name="object 741"/>
            <p:cNvSpPr/>
            <p:nvPr/>
          </p:nvSpPr>
          <p:spPr>
            <a:xfrm>
              <a:off x="2520950" y="302742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2" name="object 742"/>
            <p:cNvSpPr/>
            <p:nvPr/>
          </p:nvSpPr>
          <p:spPr>
            <a:xfrm>
              <a:off x="2520950" y="302742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3" name="object 743"/>
            <p:cNvSpPr/>
            <p:nvPr/>
          </p:nvSpPr>
          <p:spPr>
            <a:xfrm>
              <a:off x="2523998" y="30259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4" name="object 744"/>
            <p:cNvSpPr/>
            <p:nvPr/>
          </p:nvSpPr>
          <p:spPr>
            <a:xfrm>
              <a:off x="2523998" y="30259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5" name="object 745"/>
            <p:cNvSpPr/>
            <p:nvPr/>
          </p:nvSpPr>
          <p:spPr>
            <a:xfrm>
              <a:off x="2527046" y="30259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6" name="object 746"/>
            <p:cNvSpPr/>
            <p:nvPr/>
          </p:nvSpPr>
          <p:spPr>
            <a:xfrm>
              <a:off x="2527046" y="30259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7" name="object 747"/>
            <p:cNvSpPr/>
            <p:nvPr/>
          </p:nvSpPr>
          <p:spPr>
            <a:xfrm>
              <a:off x="2528570" y="3024377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8" name="object 748"/>
            <p:cNvSpPr/>
            <p:nvPr/>
          </p:nvSpPr>
          <p:spPr>
            <a:xfrm>
              <a:off x="2528570" y="3024377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9" name="object 749"/>
            <p:cNvSpPr/>
            <p:nvPr/>
          </p:nvSpPr>
          <p:spPr>
            <a:xfrm>
              <a:off x="2531618" y="3024377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0" name="object 750"/>
            <p:cNvSpPr/>
            <p:nvPr/>
          </p:nvSpPr>
          <p:spPr>
            <a:xfrm>
              <a:off x="2531618" y="3024377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1" name="object 751"/>
            <p:cNvSpPr/>
            <p:nvPr/>
          </p:nvSpPr>
          <p:spPr>
            <a:xfrm>
              <a:off x="2534666" y="3024377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2" name="object 752"/>
            <p:cNvSpPr/>
            <p:nvPr/>
          </p:nvSpPr>
          <p:spPr>
            <a:xfrm>
              <a:off x="2534666" y="3024377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3" name="object 753"/>
            <p:cNvSpPr/>
            <p:nvPr/>
          </p:nvSpPr>
          <p:spPr>
            <a:xfrm>
              <a:off x="2536190" y="302285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4" name="object 754"/>
            <p:cNvSpPr/>
            <p:nvPr/>
          </p:nvSpPr>
          <p:spPr>
            <a:xfrm>
              <a:off x="2536190" y="302285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5" name="object 755"/>
            <p:cNvSpPr/>
            <p:nvPr/>
          </p:nvSpPr>
          <p:spPr>
            <a:xfrm>
              <a:off x="2539238" y="302285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6" name="object 756"/>
            <p:cNvSpPr/>
            <p:nvPr/>
          </p:nvSpPr>
          <p:spPr>
            <a:xfrm>
              <a:off x="2539238" y="302285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7" name="object 757"/>
            <p:cNvSpPr/>
            <p:nvPr/>
          </p:nvSpPr>
          <p:spPr>
            <a:xfrm>
              <a:off x="2542286" y="302285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8" name="object 758"/>
            <p:cNvSpPr/>
            <p:nvPr/>
          </p:nvSpPr>
          <p:spPr>
            <a:xfrm>
              <a:off x="2542286" y="302285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9" name="object 759"/>
            <p:cNvSpPr/>
            <p:nvPr/>
          </p:nvSpPr>
          <p:spPr>
            <a:xfrm>
              <a:off x="2545334" y="30213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0" name="object 760"/>
            <p:cNvSpPr/>
            <p:nvPr/>
          </p:nvSpPr>
          <p:spPr>
            <a:xfrm>
              <a:off x="2545334" y="30213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1" name="object 761"/>
            <p:cNvSpPr/>
            <p:nvPr/>
          </p:nvSpPr>
          <p:spPr>
            <a:xfrm>
              <a:off x="2548382" y="30213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2" name="object 762"/>
            <p:cNvSpPr/>
            <p:nvPr/>
          </p:nvSpPr>
          <p:spPr>
            <a:xfrm>
              <a:off x="2548382" y="30213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3" name="object 763"/>
            <p:cNvSpPr/>
            <p:nvPr/>
          </p:nvSpPr>
          <p:spPr>
            <a:xfrm>
              <a:off x="2551430" y="30213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4" name="object 764"/>
            <p:cNvSpPr/>
            <p:nvPr/>
          </p:nvSpPr>
          <p:spPr>
            <a:xfrm>
              <a:off x="2551430" y="30213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5" name="object 765"/>
            <p:cNvSpPr/>
            <p:nvPr/>
          </p:nvSpPr>
          <p:spPr>
            <a:xfrm>
              <a:off x="2554478" y="30198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6" name="object 766"/>
            <p:cNvSpPr/>
            <p:nvPr/>
          </p:nvSpPr>
          <p:spPr>
            <a:xfrm>
              <a:off x="2554478" y="30198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7" name="object 767"/>
            <p:cNvSpPr/>
            <p:nvPr/>
          </p:nvSpPr>
          <p:spPr>
            <a:xfrm>
              <a:off x="2559050" y="30198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8" name="object 768"/>
            <p:cNvSpPr/>
            <p:nvPr/>
          </p:nvSpPr>
          <p:spPr>
            <a:xfrm>
              <a:off x="2559050" y="30198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9" name="object 769"/>
            <p:cNvSpPr/>
            <p:nvPr/>
          </p:nvSpPr>
          <p:spPr>
            <a:xfrm>
              <a:off x="2562098" y="30198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0" name="object 770"/>
            <p:cNvSpPr/>
            <p:nvPr/>
          </p:nvSpPr>
          <p:spPr>
            <a:xfrm>
              <a:off x="2562098" y="30198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1" name="object 771"/>
            <p:cNvSpPr/>
            <p:nvPr/>
          </p:nvSpPr>
          <p:spPr>
            <a:xfrm>
              <a:off x="2566670" y="30198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2" name="object 772"/>
            <p:cNvSpPr/>
            <p:nvPr/>
          </p:nvSpPr>
          <p:spPr>
            <a:xfrm>
              <a:off x="2566670" y="30198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3" name="object 773"/>
            <p:cNvSpPr/>
            <p:nvPr/>
          </p:nvSpPr>
          <p:spPr>
            <a:xfrm>
              <a:off x="2569718" y="30182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4" name="object 774"/>
            <p:cNvSpPr/>
            <p:nvPr/>
          </p:nvSpPr>
          <p:spPr>
            <a:xfrm>
              <a:off x="2569718" y="30182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5" name="object 775"/>
            <p:cNvSpPr/>
            <p:nvPr/>
          </p:nvSpPr>
          <p:spPr>
            <a:xfrm>
              <a:off x="2574290" y="30182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6" name="object 776"/>
            <p:cNvSpPr/>
            <p:nvPr/>
          </p:nvSpPr>
          <p:spPr>
            <a:xfrm>
              <a:off x="2574290" y="30182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7" name="object 777"/>
            <p:cNvSpPr/>
            <p:nvPr/>
          </p:nvSpPr>
          <p:spPr>
            <a:xfrm>
              <a:off x="2577338" y="30182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8" name="object 778"/>
            <p:cNvSpPr/>
            <p:nvPr/>
          </p:nvSpPr>
          <p:spPr>
            <a:xfrm>
              <a:off x="2577338" y="30182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9" name="object 779"/>
            <p:cNvSpPr/>
            <p:nvPr/>
          </p:nvSpPr>
          <p:spPr>
            <a:xfrm>
              <a:off x="2581910" y="30182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0" name="object 780"/>
            <p:cNvSpPr/>
            <p:nvPr/>
          </p:nvSpPr>
          <p:spPr>
            <a:xfrm>
              <a:off x="2581910" y="30182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1" name="object 781"/>
            <p:cNvSpPr/>
            <p:nvPr/>
          </p:nvSpPr>
          <p:spPr>
            <a:xfrm>
              <a:off x="2586482" y="30182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2" name="object 782"/>
            <p:cNvSpPr/>
            <p:nvPr/>
          </p:nvSpPr>
          <p:spPr>
            <a:xfrm>
              <a:off x="2586482" y="30182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3" name="object 783"/>
            <p:cNvSpPr/>
            <p:nvPr/>
          </p:nvSpPr>
          <p:spPr>
            <a:xfrm>
              <a:off x="2591054" y="30182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4" name="object 784"/>
            <p:cNvSpPr/>
            <p:nvPr/>
          </p:nvSpPr>
          <p:spPr>
            <a:xfrm>
              <a:off x="2591054" y="30182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5" name="object 785"/>
            <p:cNvSpPr/>
            <p:nvPr/>
          </p:nvSpPr>
          <p:spPr>
            <a:xfrm>
              <a:off x="2595626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6" name="object 786"/>
            <p:cNvSpPr/>
            <p:nvPr/>
          </p:nvSpPr>
          <p:spPr>
            <a:xfrm>
              <a:off x="2595626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7" name="object 787"/>
            <p:cNvSpPr/>
            <p:nvPr/>
          </p:nvSpPr>
          <p:spPr>
            <a:xfrm>
              <a:off x="2601722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8" name="object 788"/>
            <p:cNvSpPr/>
            <p:nvPr/>
          </p:nvSpPr>
          <p:spPr>
            <a:xfrm>
              <a:off x="2601722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9" name="object 789"/>
            <p:cNvSpPr/>
            <p:nvPr/>
          </p:nvSpPr>
          <p:spPr>
            <a:xfrm>
              <a:off x="2606294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0" name="object 790"/>
            <p:cNvSpPr/>
            <p:nvPr/>
          </p:nvSpPr>
          <p:spPr>
            <a:xfrm>
              <a:off x="2606294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1" name="object 791"/>
            <p:cNvSpPr/>
            <p:nvPr/>
          </p:nvSpPr>
          <p:spPr>
            <a:xfrm>
              <a:off x="2610866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2" name="object 792"/>
            <p:cNvSpPr/>
            <p:nvPr/>
          </p:nvSpPr>
          <p:spPr>
            <a:xfrm>
              <a:off x="2610866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3" name="object 793"/>
            <p:cNvSpPr/>
            <p:nvPr/>
          </p:nvSpPr>
          <p:spPr>
            <a:xfrm>
              <a:off x="2616962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4" name="object 794"/>
            <p:cNvSpPr/>
            <p:nvPr/>
          </p:nvSpPr>
          <p:spPr>
            <a:xfrm>
              <a:off x="2616962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5" name="object 795"/>
            <p:cNvSpPr/>
            <p:nvPr/>
          </p:nvSpPr>
          <p:spPr>
            <a:xfrm>
              <a:off x="2623058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6" name="object 796"/>
            <p:cNvSpPr/>
            <p:nvPr/>
          </p:nvSpPr>
          <p:spPr>
            <a:xfrm>
              <a:off x="2623058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7" name="object 797"/>
            <p:cNvSpPr/>
            <p:nvPr/>
          </p:nvSpPr>
          <p:spPr>
            <a:xfrm>
              <a:off x="2627630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8" name="object 798"/>
            <p:cNvSpPr/>
            <p:nvPr/>
          </p:nvSpPr>
          <p:spPr>
            <a:xfrm>
              <a:off x="2627630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9" name="object 799"/>
            <p:cNvSpPr/>
            <p:nvPr/>
          </p:nvSpPr>
          <p:spPr>
            <a:xfrm>
              <a:off x="2633726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0" name="object 800"/>
            <p:cNvSpPr/>
            <p:nvPr/>
          </p:nvSpPr>
          <p:spPr>
            <a:xfrm>
              <a:off x="2633726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1" name="object 801"/>
            <p:cNvSpPr/>
            <p:nvPr/>
          </p:nvSpPr>
          <p:spPr>
            <a:xfrm>
              <a:off x="2641346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2" name="object 802"/>
            <p:cNvSpPr/>
            <p:nvPr/>
          </p:nvSpPr>
          <p:spPr>
            <a:xfrm>
              <a:off x="2641346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3" name="object 803"/>
            <p:cNvSpPr/>
            <p:nvPr/>
          </p:nvSpPr>
          <p:spPr>
            <a:xfrm>
              <a:off x="2647442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4" name="object 804"/>
            <p:cNvSpPr/>
            <p:nvPr/>
          </p:nvSpPr>
          <p:spPr>
            <a:xfrm>
              <a:off x="2647442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5" name="object 805"/>
            <p:cNvSpPr/>
            <p:nvPr/>
          </p:nvSpPr>
          <p:spPr>
            <a:xfrm>
              <a:off x="2653538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6" name="object 806"/>
            <p:cNvSpPr/>
            <p:nvPr/>
          </p:nvSpPr>
          <p:spPr>
            <a:xfrm>
              <a:off x="2653538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7" name="object 807"/>
            <p:cNvSpPr/>
            <p:nvPr/>
          </p:nvSpPr>
          <p:spPr>
            <a:xfrm>
              <a:off x="2661158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8" name="object 808"/>
            <p:cNvSpPr/>
            <p:nvPr/>
          </p:nvSpPr>
          <p:spPr>
            <a:xfrm>
              <a:off x="2661158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9" name="object 809"/>
            <p:cNvSpPr/>
            <p:nvPr/>
          </p:nvSpPr>
          <p:spPr>
            <a:xfrm>
              <a:off x="2668778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0" name="object 810"/>
            <p:cNvSpPr/>
            <p:nvPr/>
          </p:nvSpPr>
          <p:spPr>
            <a:xfrm>
              <a:off x="2668778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1" name="object 811"/>
            <p:cNvSpPr/>
            <p:nvPr/>
          </p:nvSpPr>
          <p:spPr>
            <a:xfrm>
              <a:off x="2674874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2" name="object 812"/>
            <p:cNvSpPr/>
            <p:nvPr/>
          </p:nvSpPr>
          <p:spPr>
            <a:xfrm>
              <a:off x="2674874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3" name="object 813"/>
            <p:cNvSpPr/>
            <p:nvPr/>
          </p:nvSpPr>
          <p:spPr>
            <a:xfrm>
              <a:off x="2684018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4" name="object 814"/>
            <p:cNvSpPr/>
            <p:nvPr/>
          </p:nvSpPr>
          <p:spPr>
            <a:xfrm>
              <a:off x="2684018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5" name="object 815"/>
            <p:cNvSpPr/>
            <p:nvPr/>
          </p:nvSpPr>
          <p:spPr>
            <a:xfrm>
              <a:off x="2691638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6" name="object 816"/>
            <p:cNvSpPr/>
            <p:nvPr/>
          </p:nvSpPr>
          <p:spPr>
            <a:xfrm>
              <a:off x="2691638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7" name="object 817"/>
            <p:cNvSpPr/>
            <p:nvPr/>
          </p:nvSpPr>
          <p:spPr>
            <a:xfrm>
              <a:off x="2699258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8" name="object 818"/>
            <p:cNvSpPr/>
            <p:nvPr/>
          </p:nvSpPr>
          <p:spPr>
            <a:xfrm>
              <a:off x="2699258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9" name="object 819"/>
            <p:cNvSpPr/>
            <p:nvPr/>
          </p:nvSpPr>
          <p:spPr>
            <a:xfrm>
              <a:off x="2708402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0" name="object 820"/>
            <p:cNvSpPr/>
            <p:nvPr/>
          </p:nvSpPr>
          <p:spPr>
            <a:xfrm>
              <a:off x="2708402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1" name="object 821"/>
            <p:cNvSpPr/>
            <p:nvPr/>
          </p:nvSpPr>
          <p:spPr>
            <a:xfrm>
              <a:off x="2717546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2" name="object 822"/>
            <p:cNvSpPr/>
            <p:nvPr/>
          </p:nvSpPr>
          <p:spPr>
            <a:xfrm>
              <a:off x="2717546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3" name="object 823"/>
            <p:cNvSpPr/>
            <p:nvPr/>
          </p:nvSpPr>
          <p:spPr>
            <a:xfrm>
              <a:off x="2726690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4" name="object 824"/>
            <p:cNvSpPr/>
            <p:nvPr/>
          </p:nvSpPr>
          <p:spPr>
            <a:xfrm>
              <a:off x="2726690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5" name="object 825"/>
            <p:cNvSpPr/>
            <p:nvPr/>
          </p:nvSpPr>
          <p:spPr>
            <a:xfrm>
              <a:off x="2735834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6" name="object 826"/>
            <p:cNvSpPr/>
            <p:nvPr/>
          </p:nvSpPr>
          <p:spPr>
            <a:xfrm>
              <a:off x="2735834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7" name="object 827"/>
            <p:cNvSpPr/>
            <p:nvPr/>
          </p:nvSpPr>
          <p:spPr>
            <a:xfrm>
              <a:off x="2744978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8" name="object 828"/>
            <p:cNvSpPr/>
            <p:nvPr/>
          </p:nvSpPr>
          <p:spPr>
            <a:xfrm>
              <a:off x="2744978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9" name="object 829"/>
            <p:cNvSpPr/>
            <p:nvPr/>
          </p:nvSpPr>
          <p:spPr>
            <a:xfrm>
              <a:off x="2755646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0" name="object 830"/>
            <p:cNvSpPr/>
            <p:nvPr/>
          </p:nvSpPr>
          <p:spPr>
            <a:xfrm>
              <a:off x="2755646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1" name="object 831"/>
            <p:cNvSpPr/>
            <p:nvPr/>
          </p:nvSpPr>
          <p:spPr>
            <a:xfrm>
              <a:off x="2766314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2" name="object 832"/>
            <p:cNvSpPr/>
            <p:nvPr/>
          </p:nvSpPr>
          <p:spPr>
            <a:xfrm>
              <a:off x="2766314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3" name="object 833"/>
            <p:cNvSpPr/>
            <p:nvPr/>
          </p:nvSpPr>
          <p:spPr>
            <a:xfrm>
              <a:off x="2776982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4" name="object 834"/>
            <p:cNvSpPr/>
            <p:nvPr/>
          </p:nvSpPr>
          <p:spPr>
            <a:xfrm>
              <a:off x="2776982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5" name="object 835"/>
            <p:cNvSpPr/>
            <p:nvPr/>
          </p:nvSpPr>
          <p:spPr>
            <a:xfrm>
              <a:off x="2789174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6" name="object 836"/>
            <p:cNvSpPr/>
            <p:nvPr/>
          </p:nvSpPr>
          <p:spPr>
            <a:xfrm>
              <a:off x="2789174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7" name="object 837"/>
            <p:cNvSpPr/>
            <p:nvPr/>
          </p:nvSpPr>
          <p:spPr>
            <a:xfrm>
              <a:off x="2799842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8" name="object 838"/>
            <p:cNvSpPr/>
            <p:nvPr/>
          </p:nvSpPr>
          <p:spPr>
            <a:xfrm>
              <a:off x="2799842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9" name="object 839"/>
            <p:cNvSpPr/>
            <p:nvPr/>
          </p:nvSpPr>
          <p:spPr>
            <a:xfrm>
              <a:off x="2812034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0" name="object 840"/>
            <p:cNvSpPr/>
            <p:nvPr/>
          </p:nvSpPr>
          <p:spPr>
            <a:xfrm>
              <a:off x="2812034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1" name="object 841"/>
            <p:cNvSpPr/>
            <p:nvPr/>
          </p:nvSpPr>
          <p:spPr>
            <a:xfrm>
              <a:off x="2825750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2" name="object 842"/>
            <p:cNvSpPr/>
            <p:nvPr/>
          </p:nvSpPr>
          <p:spPr>
            <a:xfrm>
              <a:off x="2825750" y="30167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3" name="object 843"/>
            <p:cNvSpPr/>
            <p:nvPr/>
          </p:nvSpPr>
          <p:spPr>
            <a:xfrm>
              <a:off x="2837942" y="30182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4" name="object 844"/>
            <p:cNvSpPr/>
            <p:nvPr/>
          </p:nvSpPr>
          <p:spPr>
            <a:xfrm>
              <a:off x="2837942" y="30182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5" name="object 845"/>
            <p:cNvSpPr/>
            <p:nvPr/>
          </p:nvSpPr>
          <p:spPr>
            <a:xfrm>
              <a:off x="2851658" y="30182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6" name="object 846"/>
            <p:cNvSpPr/>
            <p:nvPr/>
          </p:nvSpPr>
          <p:spPr>
            <a:xfrm>
              <a:off x="2851658" y="30182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7" name="object 847"/>
            <p:cNvSpPr/>
            <p:nvPr/>
          </p:nvSpPr>
          <p:spPr>
            <a:xfrm>
              <a:off x="2865374" y="30182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8" name="object 848"/>
            <p:cNvSpPr/>
            <p:nvPr/>
          </p:nvSpPr>
          <p:spPr>
            <a:xfrm>
              <a:off x="2865374" y="30182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9" name="object 849"/>
            <p:cNvSpPr/>
            <p:nvPr/>
          </p:nvSpPr>
          <p:spPr>
            <a:xfrm>
              <a:off x="2879090" y="30182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0" name="object 850"/>
            <p:cNvSpPr/>
            <p:nvPr/>
          </p:nvSpPr>
          <p:spPr>
            <a:xfrm>
              <a:off x="2879090" y="30182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1" name="object 851"/>
            <p:cNvSpPr/>
            <p:nvPr/>
          </p:nvSpPr>
          <p:spPr>
            <a:xfrm>
              <a:off x="2894330" y="30182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2" name="object 852"/>
            <p:cNvSpPr/>
            <p:nvPr/>
          </p:nvSpPr>
          <p:spPr>
            <a:xfrm>
              <a:off x="2894330" y="30182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3" name="object 853"/>
            <p:cNvSpPr/>
            <p:nvPr/>
          </p:nvSpPr>
          <p:spPr>
            <a:xfrm>
              <a:off x="2909570" y="30182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4" name="object 854"/>
            <p:cNvSpPr/>
            <p:nvPr/>
          </p:nvSpPr>
          <p:spPr>
            <a:xfrm>
              <a:off x="2909570" y="30182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5" name="object 855"/>
            <p:cNvSpPr/>
            <p:nvPr/>
          </p:nvSpPr>
          <p:spPr>
            <a:xfrm>
              <a:off x="2926334" y="30182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6" name="object 856"/>
            <p:cNvSpPr/>
            <p:nvPr/>
          </p:nvSpPr>
          <p:spPr>
            <a:xfrm>
              <a:off x="2926334" y="30182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7" name="object 857"/>
            <p:cNvSpPr/>
            <p:nvPr/>
          </p:nvSpPr>
          <p:spPr>
            <a:xfrm>
              <a:off x="2943098" y="30182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8" name="object 858"/>
            <p:cNvSpPr/>
            <p:nvPr/>
          </p:nvSpPr>
          <p:spPr>
            <a:xfrm>
              <a:off x="2943098" y="30182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9" name="object 859"/>
            <p:cNvSpPr/>
            <p:nvPr/>
          </p:nvSpPr>
          <p:spPr>
            <a:xfrm>
              <a:off x="2959862" y="30182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0" name="object 860"/>
            <p:cNvSpPr/>
            <p:nvPr/>
          </p:nvSpPr>
          <p:spPr>
            <a:xfrm>
              <a:off x="2959862" y="30182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1" name="object 861"/>
            <p:cNvSpPr/>
            <p:nvPr/>
          </p:nvSpPr>
          <p:spPr>
            <a:xfrm>
              <a:off x="2978150" y="30182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2" name="object 862"/>
            <p:cNvSpPr/>
            <p:nvPr/>
          </p:nvSpPr>
          <p:spPr>
            <a:xfrm>
              <a:off x="2978150" y="30182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3" name="object 863"/>
            <p:cNvSpPr/>
            <p:nvPr/>
          </p:nvSpPr>
          <p:spPr>
            <a:xfrm>
              <a:off x="2996438" y="30182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4" name="object 864"/>
            <p:cNvSpPr/>
            <p:nvPr/>
          </p:nvSpPr>
          <p:spPr>
            <a:xfrm>
              <a:off x="2996438" y="30182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5" name="object 865"/>
            <p:cNvSpPr/>
            <p:nvPr/>
          </p:nvSpPr>
          <p:spPr>
            <a:xfrm>
              <a:off x="3014726" y="30182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6" name="object 866"/>
            <p:cNvSpPr/>
            <p:nvPr/>
          </p:nvSpPr>
          <p:spPr>
            <a:xfrm>
              <a:off x="3014726" y="301828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7" name="object 867"/>
            <p:cNvSpPr/>
            <p:nvPr/>
          </p:nvSpPr>
          <p:spPr>
            <a:xfrm>
              <a:off x="3034538" y="30198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8" name="object 868"/>
            <p:cNvSpPr/>
            <p:nvPr/>
          </p:nvSpPr>
          <p:spPr>
            <a:xfrm>
              <a:off x="3034538" y="30198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9" name="object 869"/>
            <p:cNvSpPr/>
            <p:nvPr/>
          </p:nvSpPr>
          <p:spPr>
            <a:xfrm>
              <a:off x="3055874" y="30198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0" name="object 870"/>
            <p:cNvSpPr/>
            <p:nvPr/>
          </p:nvSpPr>
          <p:spPr>
            <a:xfrm>
              <a:off x="3055874" y="30198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1" name="object 871"/>
            <p:cNvSpPr/>
            <p:nvPr/>
          </p:nvSpPr>
          <p:spPr>
            <a:xfrm>
              <a:off x="3077210" y="30198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2" name="object 872"/>
            <p:cNvSpPr/>
            <p:nvPr/>
          </p:nvSpPr>
          <p:spPr>
            <a:xfrm>
              <a:off x="3077210" y="30198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3" name="object 873"/>
            <p:cNvSpPr/>
            <p:nvPr/>
          </p:nvSpPr>
          <p:spPr>
            <a:xfrm>
              <a:off x="3098546" y="30198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4" name="object 874"/>
            <p:cNvSpPr/>
            <p:nvPr/>
          </p:nvSpPr>
          <p:spPr>
            <a:xfrm>
              <a:off x="3098546" y="30198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5" name="object 875"/>
            <p:cNvSpPr/>
            <p:nvPr/>
          </p:nvSpPr>
          <p:spPr>
            <a:xfrm>
              <a:off x="3121406" y="30198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6" name="object 876"/>
            <p:cNvSpPr/>
            <p:nvPr/>
          </p:nvSpPr>
          <p:spPr>
            <a:xfrm>
              <a:off x="3121406" y="30198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7" name="object 877"/>
            <p:cNvSpPr/>
            <p:nvPr/>
          </p:nvSpPr>
          <p:spPr>
            <a:xfrm>
              <a:off x="3144266" y="30198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8" name="object 878"/>
            <p:cNvSpPr/>
            <p:nvPr/>
          </p:nvSpPr>
          <p:spPr>
            <a:xfrm>
              <a:off x="3144266" y="30198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9" name="object 879"/>
            <p:cNvSpPr/>
            <p:nvPr/>
          </p:nvSpPr>
          <p:spPr>
            <a:xfrm>
              <a:off x="3168650" y="30198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0" name="object 880"/>
            <p:cNvSpPr/>
            <p:nvPr/>
          </p:nvSpPr>
          <p:spPr>
            <a:xfrm>
              <a:off x="3168650" y="30198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1" name="object 881"/>
            <p:cNvSpPr/>
            <p:nvPr/>
          </p:nvSpPr>
          <p:spPr>
            <a:xfrm>
              <a:off x="3194558" y="30198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2" name="object 882"/>
            <p:cNvSpPr/>
            <p:nvPr/>
          </p:nvSpPr>
          <p:spPr>
            <a:xfrm>
              <a:off x="3194558" y="30198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3" name="object 883"/>
            <p:cNvSpPr/>
            <p:nvPr/>
          </p:nvSpPr>
          <p:spPr>
            <a:xfrm>
              <a:off x="3220466" y="30198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4" name="object 884"/>
            <p:cNvSpPr/>
            <p:nvPr/>
          </p:nvSpPr>
          <p:spPr>
            <a:xfrm>
              <a:off x="3220466" y="30198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5" name="object 885"/>
            <p:cNvSpPr/>
            <p:nvPr/>
          </p:nvSpPr>
          <p:spPr>
            <a:xfrm>
              <a:off x="3246374" y="30198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6" name="object 886"/>
            <p:cNvSpPr/>
            <p:nvPr/>
          </p:nvSpPr>
          <p:spPr>
            <a:xfrm>
              <a:off x="3246374" y="30198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7" name="object 887"/>
            <p:cNvSpPr/>
            <p:nvPr/>
          </p:nvSpPr>
          <p:spPr>
            <a:xfrm>
              <a:off x="3275330" y="30198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8" name="object 888"/>
            <p:cNvSpPr/>
            <p:nvPr/>
          </p:nvSpPr>
          <p:spPr>
            <a:xfrm>
              <a:off x="3275330" y="30198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9" name="object 889"/>
            <p:cNvSpPr/>
            <p:nvPr/>
          </p:nvSpPr>
          <p:spPr>
            <a:xfrm>
              <a:off x="3304286" y="30198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0" name="object 890"/>
            <p:cNvSpPr/>
            <p:nvPr/>
          </p:nvSpPr>
          <p:spPr>
            <a:xfrm>
              <a:off x="3304286" y="30198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1" name="object 891"/>
            <p:cNvSpPr/>
            <p:nvPr/>
          </p:nvSpPr>
          <p:spPr>
            <a:xfrm>
              <a:off x="3333242" y="30198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2" name="object 892"/>
            <p:cNvSpPr/>
            <p:nvPr/>
          </p:nvSpPr>
          <p:spPr>
            <a:xfrm>
              <a:off x="3333242" y="30198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3" name="object 893"/>
            <p:cNvSpPr/>
            <p:nvPr/>
          </p:nvSpPr>
          <p:spPr>
            <a:xfrm>
              <a:off x="3365246" y="30213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4" name="object 894"/>
            <p:cNvSpPr/>
            <p:nvPr/>
          </p:nvSpPr>
          <p:spPr>
            <a:xfrm>
              <a:off x="3365246" y="30213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5" name="object 895"/>
            <p:cNvSpPr/>
            <p:nvPr/>
          </p:nvSpPr>
          <p:spPr>
            <a:xfrm>
              <a:off x="3397250" y="30213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6" name="object 896"/>
            <p:cNvSpPr/>
            <p:nvPr/>
          </p:nvSpPr>
          <p:spPr>
            <a:xfrm>
              <a:off x="3397250" y="30213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7" name="object 897"/>
            <p:cNvSpPr/>
            <p:nvPr/>
          </p:nvSpPr>
          <p:spPr>
            <a:xfrm>
              <a:off x="3429254" y="30213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8" name="object 898"/>
            <p:cNvSpPr/>
            <p:nvPr/>
          </p:nvSpPr>
          <p:spPr>
            <a:xfrm>
              <a:off x="3429254" y="30213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9" name="object 899"/>
            <p:cNvSpPr/>
            <p:nvPr/>
          </p:nvSpPr>
          <p:spPr>
            <a:xfrm>
              <a:off x="3464306" y="30213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0" name="object 900"/>
            <p:cNvSpPr/>
            <p:nvPr/>
          </p:nvSpPr>
          <p:spPr>
            <a:xfrm>
              <a:off x="3464306" y="30213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1" name="object 901"/>
            <p:cNvSpPr/>
            <p:nvPr/>
          </p:nvSpPr>
          <p:spPr>
            <a:xfrm>
              <a:off x="3499358" y="30213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2" name="object 902"/>
            <p:cNvSpPr/>
            <p:nvPr/>
          </p:nvSpPr>
          <p:spPr>
            <a:xfrm>
              <a:off x="3499358" y="30213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3" name="object 903"/>
            <p:cNvSpPr/>
            <p:nvPr/>
          </p:nvSpPr>
          <p:spPr>
            <a:xfrm>
              <a:off x="3535934" y="30213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4" name="object 904"/>
            <p:cNvSpPr/>
            <p:nvPr/>
          </p:nvSpPr>
          <p:spPr>
            <a:xfrm>
              <a:off x="3535934" y="30213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5" name="object 905"/>
            <p:cNvSpPr/>
            <p:nvPr/>
          </p:nvSpPr>
          <p:spPr>
            <a:xfrm>
              <a:off x="3574034" y="30213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6" name="object 906"/>
            <p:cNvSpPr/>
            <p:nvPr/>
          </p:nvSpPr>
          <p:spPr>
            <a:xfrm>
              <a:off x="3574034" y="30213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7" name="object 907"/>
            <p:cNvSpPr/>
            <p:nvPr/>
          </p:nvSpPr>
          <p:spPr>
            <a:xfrm>
              <a:off x="3613658" y="30213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8" name="object 908"/>
            <p:cNvSpPr/>
            <p:nvPr/>
          </p:nvSpPr>
          <p:spPr>
            <a:xfrm>
              <a:off x="3613658" y="30213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9" name="object 909"/>
            <p:cNvSpPr/>
            <p:nvPr/>
          </p:nvSpPr>
          <p:spPr>
            <a:xfrm>
              <a:off x="3654806" y="30213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0" name="object 910"/>
            <p:cNvSpPr/>
            <p:nvPr/>
          </p:nvSpPr>
          <p:spPr>
            <a:xfrm>
              <a:off x="3654806" y="30213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1" name="object 911"/>
            <p:cNvSpPr/>
            <p:nvPr/>
          </p:nvSpPr>
          <p:spPr>
            <a:xfrm>
              <a:off x="3697478" y="30213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2" name="object 912"/>
            <p:cNvSpPr/>
            <p:nvPr/>
          </p:nvSpPr>
          <p:spPr>
            <a:xfrm>
              <a:off x="3697478" y="30213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3" name="object 913"/>
            <p:cNvSpPr/>
            <p:nvPr/>
          </p:nvSpPr>
          <p:spPr>
            <a:xfrm>
              <a:off x="3741674" y="30213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4" name="object 914"/>
            <p:cNvSpPr/>
            <p:nvPr/>
          </p:nvSpPr>
          <p:spPr>
            <a:xfrm>
              <a:off x="3741674" y="30213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5" name="object 915"/>
            <p:cNvSpPr/>
            <p:nvPr/>
          </p:nvSpPr>
          <p:spPr>
            <a:xfrm>
              <a:off x="3785870" y="30213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6" name="object 916"/>
            <p:cNvSpPr/>
            <p:nvPr/>
          </p:nvSpPr>
          <p:spPr>
            <a:xfrm>
              <a:off x="3785870" y="30213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7" name="object 917"/>
            <p:cNvSpPr/>
            <p:nvPr/>
          </p:nvSpPr>
          <p:spPr>
            <a:xfrm>
              <a:off x="3833114" y="30213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8" name="object 918"/>
            <p:cNvSpPr/>
            <p:nvPr/>
          </p:nvSpPr>
          <p:spPr>
            <a:xfrm>
              <a:off x="3833114" y="302133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9" name="object 919"/>
            <p:cNvSpPr/>
            <p:nvPr/>
          </p:nvSpPr>
          <p:spPr>
            <a:xfrm>
              <a:off x="3881882" y="302285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0" name="object 920"/>
            <p:cNvSpPr/>
            <p:nvPr/>
          </p:nvSpPr>
          <p:spPr>
            <a:xfrm>
              <a:off x="3881882" y="302285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1" name="object 921"/>
            <p:cNvSpPr/>
            <p:nvPr/>
          </p:nvSpPr>
          <p:spPr>
            <a:xfrm>
              <a:off x="3932174" y="302285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2" name="object 922"/>
            <p:cNvSpPr/>
            <p:nvPr/>
          </p:nvSpPr>
          <p:spPr>
            <a:xfrm>
              <a:off x="3932174" y="302285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3" name="object 923"/>
            <p:cNvSpPr/>
            <p:nvPr/>
          </p:nvSpPr>
          <p:spPr>
            <a:xfrm>
              <a:off x="3983990" y="302285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4" name="object 924"/>
            <p:cNvSpPr/>
            <p:nvPr/>
          </p:nvSpPr>
          <p:spPr>
            <a:xfrm>
              <a:off x="3983990" y="302285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5" name="object 925"/>
            <p:cNvSpPr/>
            <p:nvPr/>
          </p:nvSpPr>
          <p:spPr>
            <a:xfrm>
              <a:off x="4038854" y="302285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6" name="object 926"/>
            <p:cNvSpPr/>
            <p:nvPr/>
          </p:nvSpPr>
          <p:spPr>
            <a:xfrm>
              <a:off x="4038854" y="302285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7" name="object 927"/>
            <p:cNvSpPr/>
            <p:nvPr/>
          </p:nvSpPr>
          <p:spPr>
            <a:xfrm>
              <a:off x="4093718" y="302285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8" name="object 928"/>
            <p:cNvSpPr/>
            <p:nvPr/>
          </p:nvSpPr>
          <p:spPr>
            <a:xfrm>
              <a:off x="4093718" y="302285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9" name="object 929"/>
            <p:cNvSpPr/>
            <p:nvPr/>
          </p:nvSpPr>
          <p:spPr>
            <a:xfrm>
              <a:off x="4151630" y="302285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0" name="object 930"/>
            <p:cNvSpPr/>
            <p:nvPr/>
          </p:nvSpPr>
          <p:spPr>
            <a:xfrm>
              <a:off x="4151630" y="302285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1" name="object 931"/>
            <p:cNvSpPr/>
            <p:nvPr/>
          </p:nvSpPr>
          <p:spPr>
            <a:xfrm>
              <a:off x="4212590" y="302285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2" name="object 932"/>
            <p:cNvSpPr/>
            <p:nvPr/>
          </p:nvSpPr>
          <p:spPr>
            <a:xfrm>
              <a:off x="4212590" y="302285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3" name="object 933"/>
            <p:cNvSpPr/>
            <p:nvPr/>
          </p:nvSpPr>
          <p:spPr>
            <a:xfrm>
              <a:off x="4273550" y="302285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4" name="object 934"/>
            <p:cNvSpPr/>
            <p:nvPr/>
          </p:nvSpPr>
          <p:spPr>
            <a:xfrm>
              <a:off x="4273550" y="302285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5" name="object 935"/>
            <p:cNvSpPr/>
            <p:nvPr/>
          </p:nvSpPr>
          <p:spPr>
            <a:xfrm>
              <a:off x="4337558" y="3024377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6" name="object 936"/>
            <p:cNvSpPr/>
            <p:nvPr/>
          </p:nvSpPr>
          <p:spPr>
            <a:xfrm>
              <a:off x="4337558" y="3024377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7" name="object 937"/>
            <p:cNvSpPr/>
            <p:nvPr/>
          </p:nvSpPr>
          <p:spPr>
            <a:xfrm>
              <a:off x="4404614" y="30259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8" name="object 938"/>
            <p:cNvSpPr/>
            <p:nvPr/>
          </p:nvSpPr>
          <p:spPr>
            <a:xfrm>
              <a:off x="4404614" y="30259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9" name="object 939"/>
            <p:cNvSpPr/>
            <p:nvPr/>
          </p:nvSpPr>
          <p:spPr>
            <a:xfrm>
              <a:off x="4473194" y="303352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0" name="object 940"/>
            <p:cNvSpPr/>
            <p:nvPr/>
          </p:nvSpPr>
          <p:spPr>
            <a:xfrm>
              <a:off x="4473194" y="303352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1" name="object 941"/>
            <p:cNvSpPr/>
            <p:nvPr/>
          </p:nvSpPr>
          <p:spPr>
            <a:xfrm>
              <a:off x="4544822" y="305333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2" name="object 942"/>
            <p:cNvSpPr/>
            <p:nvPr/>
          </p:nvSpPr>
          <p:spPr>
            <a:xfrm>
              <a:off x="4544822" y="305333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3" name="object 943"/>
            <p:cNvSpPr/>
            <p:nvPr/>
          </p:nvSpPr>
          <p:spPr>
            <a:xfrm>
              <a:off x="4617974" y="31021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4" name="object 944"/>
            <p:cNvSpPr/>
            <p:nvPr/>
          </p:nvSpPr>
          <p:spPr>
            <a:xfrm>
              <a:off x="4617974" y="310210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5" name="object 945"/>
            <p:cNvSpPr/>
            <p:nvPr/>
          </p:nvSpPr>
          <p:spPr>
            <a:xfrm>
              <a:off x="4694174" y="318439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6" name="object 946"/>
            <p:cNvSpPr/>
            <p:nvPr/>
          </p:nvSpPr>
          <p:spPr>
            <a:xfrm>
              <a:off x="4694174" y="318439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7" name="object 947"/>
            <p:cNvSpPr/>
            <p:nvPr/>
          </p:nvSpPr>
          <p:spPr>
            <a:xfrm>
              <a:off x="4773422" y="328955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8" name="object 948"/>
            <p:cNvSpPr/>
            <p:nvPr/>
          </p:nvSpPr>
          <p:spPr>
            <a:xfrm>
              <a:off x="4773422" y="328955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9" name="object 949"/>
            <p:cNvSpPr/>
            <p:nvPr/>
          </p:nvSpPr>
          <p:spPr>
            <a:xfrm>
              <a:off x="4855718" y="340385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0" name="object 950"/>
            <p:cNvSpPr/>
            <p:nvPr/>
          </p:nvSpPr>
          <p:spPr>
            <a:xfrm>
              <a:off x="4855718" y="340385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1" name="object 951"/>
            <p:cNvSpPr/>
            <p:nvPr/>
          </p:nvSpPr>
          <p:spPr>
            <a:xfrm>
              <a:off x="4941062" y="3519677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2" name="object 952"/>
            <p:cNvSpPr/>
            <p:nvPr/>
          </p:nvSpPr>
          <p:spPr>
            <a:xfrm>
              <a:off x="4941062" y="3519677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3" name="object 953"/>
            <p:cNvSpPr/>
            <p:nvPr/>
          </p:nvSpPr>
          <p:spPr>
            <a:xfrm>
              <a:off x="5027930" y="363245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38100" y="1524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4" name="object 954"/>
            <p:cNvSpPr/>
            <p:nvPr/>
          </p:nvSpPr>
          <p:spPr>
            <a:xfrm>
              <a:off x="5027930" y="3632454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40"/>
                  </a:moveTo>
                  <a:lnTo>
                    <a:pt x="38100" y="15240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5" name="object 955"/>
            <p:cNvSpPr/>
            <p:nvPr/>
          </p:nvSpPr>
          <p:spPr>
            <a:xfrm>
              <a:off x="5119370" y="37406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6" name="object 956"/>
            <p:cNvSpPr/>
            <p:nvPr/>
          </p:nvSpPr>
          <p:spPr>
            <a:xfrm>
              <a:off x="5119370" y="374065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7" name="object 957"/>
            <p:cNvSpPr/>
            <p:nvPr/>
          </p:nvSpPr>
          <p:spPr>
            <a:xfrm>
              <a:off x="5212334" y="3844289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8" name="object 958"/>
            <p:cNvSpPr/>
            <p:nvPr/>
          </p:nvSpPr>
          <p:spPr>
            <a:xfrm>
              <a:off x="5212334" y="3844289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9" name="object 959"/>
            <p:cNvSpPr/>
            <p:nvPr/>
          </p:nvSpPr>
          <p:spPr>
            <a:xfrm>
              <a:off x="5309870" y="394182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38100" y="1524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0" name="object 960"/>
            <p:cNvSpPr/>
            <p:nvPr/>
          </p:nvSpPr>
          <p:spPr>
            <a:xfrm>
              <a:off x="5309870" y="394182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40"/>
                  </a:moveTo>
                  <a:lnTo>
                    <a:pt x="38100" y="15240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1" name="object 961"/>
            <p:cNvSpPr/>
            <p:nvPr/>
          </p:nvSpPr>
          <p:spPr>
            <a:xfrm>
              <a:off x="5410454" y="4034789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2" name="object 962"/>
            <p:cNvSpPr/>
            <p:nvPr/>
          </p:nvSpPr>
          <p:spPr>
            <a:xfrm>
              <a:off x="5410454" y="4034789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3" name="object 963"/>
            <p:cNvSpPr/>
            <p:nvPr/>
          </p:nvSpPr>
          <p:spPr>
            <a:xfrm>
              <a:off x="5515610" y="412318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4" name="object 964"/>
            <p:cNvSpPr/>
            <p:nvPr/>
          </p:nvSpPr>
          <p:spPr>
            <a:xfrm>
              <a:off x="5515610" y="412318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5" name="object 965"/>
            <p:cNvSpPr/>
            <p:nvPr/>
          </p:nvSpPr>
          <p:spPr>
            <a:xfrm>
              <a:off x="5623814" y="421005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6" name="object 966"/>
            <p:cNvSpPr/>
            <p:nvPr/>
          </p:nvSpPr>
          <p:spPr>
            <a:xfrm>
              <a:off x="5623814" y="421005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7" name="object 967"/>
            <p:cNvSpPr/>
            <p:nvPr/>
          </p:nvSpPr>
          <p:spPr>
            <a:xfrm>
              <a:off x="5735066" y="429387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8" name="object 968"/>
            <p:cNvSpPr/>
            <p:nvPr/>
          </p:nvSpPr>
          <p:spPr>
            <a:xfrm>
              <a:off x="5735066" y="429387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9" name="object 969"/>
            <p:cNvSpPr/>
            <p:nvPr/>
          </p:nvSpPr>
          <p:spPr>
            <a:xfrm>
              <a:off x="5850889" y="437464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0" name="object 970"/>
            <p:cNvSpPr/>
            <p:nvPr/>
          </p:nvSpPr>
          <p:spPr>
            <a:xfrm>
              <a:off x="5850889" y="437464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1" name="object 971"/>
            <p:cNvSpPr/>
            <p:nvPr/>
          </p:nvSpPr>
          <p:spPr>
            <a:xfrm>
              <a:off x="6001766" y="44676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38100" y="1524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2" name="object 972"/>
            <p:cNvSpPr/>
            <p:nvPr/>
          </p:nvSpPr>
          <p:spPr>
            <a:xfrm>
              <a:off x="6001766" y="44676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40"/>
                  </a:moveTo>
                  <a:lnTo>
                    <a:pt x="38100" y="15240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3" name="object 973"/>
            <p:cNvSpPr/>
            <p:nvPr/>
          </p:nvSpPr>
          <p:spPr>
            <a:xfrm>
              <a:off x="6154166" y="45438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38100" y="1524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4" name="object 974"/>
            <p:cNvSpPr/>
            <p:nvPr/>
          </p:nvSpPr>
          <p:spPr>
            <a:xfrm>
              <a:off x="6154166" y="45438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40"/>
                  </a:moveTo>
                  <a:lnTo>
                    <a:pt x="38100" y="15240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5" name="object 975"/>
            <p:cNvSpPr/>
            <p:nvPr/>
          </p:nvSpPr>
          <p:spPr>
            <a:xfrm>
              <a:off x="6305042" y="461238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6" name="object 976"/>
            <p:cNvSpPr/>
            <p:nvPr/>
          </p:nvSpPr>
          <p:spPr>
            <a:xfrm>
              <a:off x="6305042" y="461238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7" name="object 977"/>
            <p:cNvSpPr/>
            <p:nvPr/>
          </p:nvSpPr>
          <p:spPr>
            <a:xfrm>
              <a:off x="6457442" y="467182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8" name="object 978"/>
            <p:cNvSpPr/>
            <p:nvPr/>
          </p:nvSpPr>
          <p:spPr>
            <a:xfrm>
              <a:off x="6457442" y="467182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9" name="object 979"/>
            <p:cNvSpPr/>
            <p:nvPr/>
          </p:nvSpPr>
          <p:spPr>
            <a:xfrm>
              <a:off x="6608318" y="472668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0" name="object 980"/>
            <p:cNvSpPr/>
            <p:nvPr/>
          </p:nvSpPr>
          <p:spPr>
            <a:xfrm>
              <a:off x="6608318" y="472668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1" name="object 981"/>
            <p:cNvSpPr/>
            <p:nvPr/>
          </p:nvSpPr>
          <p:spPr>
            <a:xfrm>
              <a:off x="6759194" y="4776977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38100" y="1524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2" name="object 982"/>
            <p:cNvSpPr/>
            <p:nvPr/>
          </p:nvSpPr>
          <p:spPr>
            <a:xfrm>
              <a:off x="6759194" y="4776977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40"/>
                  </a:moveTo>
                  <a:lnTo>
                    <a:pt x="38100" y="15240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3" name="object 983"/>
            <p:cNvSpPr/>
            <p:nvPr/>
          </p:nvSpPr>
          <p:spPr>
            <a:xfrm>
              <a:off x="6911594" y="4821173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4" name="object 984"/>
            <p:cNvSpPr/>
            <p:nvPr/>
          </p:nvSpPr>
          <p:spPr>
            <a:xfrm>
              <a:off x="6911594" y="4821173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5" name="object 985"/>
            <p:cNvSpPr/>
            <p:nvPr/>
          </p:nvSpPr>
          <p:spPr>
            <a:xfrm>
              <a:off x="7062470" y="486384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6" name="object 986"/>
            <p:cNvSpPr/>
            <p:nvPr/>
          </p:nvSpPr>
          <p:spPr>
            <a:xfrm>
              <a:off x="7062470" y="486384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7" name="object 987"/>
            <p:cNvSpPr/>
            <p:nvPr/>
          </p:nvSpPr>
          <p:spPr>
            <a:xfrm>
              <a:off x="7213345" y="490194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8" name="object 988"/>
            <p:cNvSpPr/>
            <p:nvPr/>
          </p:nvSpPr>
          <p:spPr>
            <a:xfrm>
              <a:off x="7213345" y="490194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9" name="object 989"/>
            <p:cNvSpPr/>
            <p:nvPr/>
          </p:nvSpPr>
          <p:spPr>
            <a:xfrm>
              <a:off x="7365745" y="493699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0" name="object 990"/>
            <p:cNvSpPr/>
            <p:nvPr/>
          </p:nvSpPr>
          <p:spPr>
            <a:xfrm>
              <a:off x="7365745" y="493699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1" name="object 991"/>
            <p:cNvSpPr/>
            <p:nvPr/>
          </p:nvSpPr>
          <p:spPr>
            <a:xfrm>
              <a:off x="7516622" y="497052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38100" y="1524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2" name="object 992"/>
            <p:cNvSpPr/>
            <p:nvPr/>
          </p:nvSpPr>
          <p:spPr>
            <a:xfrm>
              <a:off x="7516622" y="497052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40"/>
                  </a:moveTo>
                  <a:lnTo>
                    <a:pt x="38100" y="15240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3" name="object 993"/>
            <p:cNvSpPr/>
            <p:nvPr/>
          </p:nvSpPr>
          <p:spPr>
            <a:xfrm>
              <a:off x="7669022" y="50010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38100" y="1524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4" name="object 994"/>
            <p:cNvSpPr/>
            <p:nvPr/>
          </p:nvSpPr>
          <p:spPr>
            <a:xfrm>
              <a:off x="7669022" y="500100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40"/>
                  </a:moveTo>
                  <a:lnTo>
                    <a:pt x="38100" y="15240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5" name="object 995"/>
            <p:cNvSpPr/>
            <p:nvPr/>
          </p:nvSpPr>
          <p:spPr>
            <a:xfrm>
              <a:off x="7819898" y="502996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6" name="object 996"/>
            <p:cNvSpPr/>
            <p:nvPr/>
          </p:nvSpPr>
          <p:spPr>
            <a:xfrm>
              <a:off x="7819898" y="5029961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7" name="object 997"/>
            <p:cNvSpPr/>
            <p:nvPr/>
          </p:nvSpPr>
          <p:spPr>
            <a:xfrm>
              <a:off x="7970774" y="505587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8" name="object 998"/>
            <p:cNvSpPr/>
            <p:nvPr/>
          </p:nvSpPr>
          <p:spPr>
            <a:xfrm>
              <a:off x="7970774" y="5055870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9" name="object 999"/>
            <p:cNvSpPr/>
            <p:nvPr/>
          </p:nvSpPr>
          <p:spPr>
            <a:xfrm>
              <a:off x="8123174" y="5081777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38100" y="1524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0" name="object 1000"/>
            <p:cNvSpPr/>
            <p:nvPr/>
          </p:nvSpPr>
          <p:spPr>
            <a:xfrm>
              <a:off x="8123174" y="5081777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40"/>
                  </a:moveTo>
                  <a:lnTo>
                    <a:pt x="38100" y="15240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1" name="object 1001"/>
            <p:cNvSpPr/>
            <p:nvPr/>
          </p:nvSpPr>
          <p:spPr>
            <a:xfrm>
              <a:off x="8274050" y="510463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2" name="object 1002"/>
            <p:cNvSpPr/>
            <p:nvPr/>
          </p:nvSpPr>
          <p:spPr>
            <a:xfrm>
              <a:off x="8274050" y="510463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3" name="object 1003"/>
            <p:cNvSpPr/>
            <p:nvPr/>
          </p:nvSpPr>
          <p:spPr>
            <a:xfrm>
              <a:off x="8426450" y="512749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4" name="object 1004"/>
            <p:cNvSpPr/>
            <p:nvPr/>
          </p:nvSpPr>
          <p:spPr>
            <a:xfrm>
              <a:off x="8426450" y="5127498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5" name="object 1005"/>
            <p:cNvSpPr/>
            <p:nvPr/>
          </p:nvSpPr>
          <p:spPr>
            <a:xfrm>
              <a:off x="8577326" y="5148833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6" name="object 1006"/>
            <p:cNvSpPr/>
            <p:nvPr/>
          </p:nvSpPr>
          <p:spPr>
            <a:xfrm>
              <a:off x="8577326" y="5148833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7" name="object 1007"/>
            <p:cNvSpPr/>
            <p:nvPr/>
          </p:nvSpPr>
          <p:spPr>
            <a:xfrm>
              <a:off x="8728201" y="516864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8" name="object 1008"/>
            <p:cNvSpPr/>
            <p:nvPr/>
          </p:nvSpPr>
          <p:spPr>
            <a:xfrm>
              <a:off x="8728201" y="5168645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9" name="object 1009"/>
            <p:cNvSpPr/>
            <p:nvPr/>
          </p:nvSpPr>
          <p:spPr>
            <a:xfrm>
              <a:off x="8880601" y="5186933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0" name="object 1010"/>
            <p:cNvSpPr/>
            <p:nvPr/>
          </p:nvSpPr>
          <p:spPr>
            <a:xfrm>
              <a:off x="8880601" y="5186933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1" name="object 1011"/>
            <p:cNvSpPr/>
            <p:nvPr/>
          </p:nvSpPr>
          <p:spPr>
            <a:xfrm>
              <a:off x="9031477" y="520522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2" name="object 1012"/>
            <p:cNvSpPr/>
            <p:nvPr/>
          </p:nvSpPr>
          <p:spPr>
            <a:xfrm>
              <a:off x="9031477" y="5205222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3" name="object 1013"/>
            <p:cNvSpPr/>
            <p:nvPr/>
          </p:nvSpPr>
          <p:spPr>
            <a:xfrm>
              <a:off x="9182354" y="522198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3810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8100" y="1523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4" name="object 1014"/>
            <p:cNvSpPr/>
            <p:nvPr/>
          </p:nvSpPr>
          <p:spPr>
            <a:xfrm>
              <a:off x="9182354" y="5221986"/>
              <a:ext cx="38100" cy="15240"/>
            </a:xfrm>
            <a:custGeom>
              <a:avLst/>
              <a:gdLst/>
              <a:ahLst/>
              <a:cxnLst/>
              <a:rect l="l" t="t" r="r" b="b"/>
              <a:pathLst>
                <a:path w="38100" h="15239">
                  <a:moveTo>
                    <a:pt x="0" y="15239"/>
                  </a:moveTo>
                  <a:lnTo>
                    <a:pt x="38100" y="15239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15239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15" name="object 1015"/>
          <p:cNvSpPr txBox="1"/>
          <p:nvPr/>
        </p:nvSpPr>
        <p:spPr>
          <a:xfrm>
            <a:off x="2280920" y="5850737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585858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16" name="object 1016"/>
          <p:cNvSpPr txBox="1"/>
          <p:nvPr/>
        </p:nvSpPr>
        <p:spPr>
          <a:xfrm>
            <a:off x="2194305" y="5276215"/>
            <a:ext cx="1701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0.2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17" name="object 1017"/>
          <p:cNvSpPr txBox="1"/>
          <p:nvPr/>
        </p:nvSpPr>
        <p:spPr>
          <a:xfrm>
            <a:off x="2194305" y="4701285"/>
            <a:ext cx="1701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0.4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18" name="object 1018"/>
          <p:cNvSpPr txBox="1"/>
          <p:nvPr/>
        </p:nvSpPr>
        <p:spPr>
          <a:xfrm>
            <a:off x="2194305" y="4126738"/>
            <a:ext cx="1701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0.6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19" name="object 1019"/>
          <p:cNvSpPr txBox="1"/>
          <p:nvPr/>
        </p:nvSpPr>
        <p:spPr>
          <a:xfrm>
            <a:off x="2194305" y="3551935"/>
            <a:ext cx="1701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0.8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20" name="object 1020"/>
          <p:cNvSpPr txBox="1"/>
          <p:nvPr/>
        </p:nvSpPr>
        <p:spPr>
          <a:xfrm>
            <a:off x="2280920" y="2977388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585858"/>
                </a:solidFill>
                <a:latin typeface="Calibri"/>
                <a:cs typeface="Calibri"/>
              </a:rPr>
              <a:t>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21" name="object 1021"/>
          <p:cNvSpPr txBox="1"/>
          <p:nvPr/>
        </p:nvSpPr>
        <p:spPr>
          <a:xfrm>
            <a:off x="2194305" y="2402585"/>
            <a:ext cx="1701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1.2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22" name="object 1022"/>
          <p:cNvSpPr txBox="1"/>
          <p:nvPr/>
        </p:nvSpPr>
        <p:spPr>
          <a:xfrm>
            <a:off x="2408047" y="5999479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585858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23" name="object 1023"/>
          <p:cNvSpPr txBox="1"/>
          <p:nvPr/>
        </p:nvSpPr>
        <p:spPr>
          <a:xfrm>
            <a:off x="3779011" y="5999479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585858"/>
                </a:solidFill>
                <a:latin typeface="Calibri"/>
                <a:cs typeface="Calibri"/>
              </a:rPr>
              <a:t>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24" name="object 1024"/>
          <p:cNvSpPr txBox="1"/>
          <p:nvPr/>
        </p:nvSpPr>
        <p:spPr>
          <a:xfrm>
            <a:off x="5113401" y="5999479"/>
            <a:ext cx="1720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35" dirty="0">
                <a:solidFill>
                  <a:srgbClr val="585858"/>
                </a:solidFill>
                <a:latin typeface="Calibri"/>
                <a:cs typeface="Calibri"/>
              </a:rPr>
              <a:t>10 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25" name="object 1025"/>
          <p:cNvSpPr txBox="1"/>
          <p:nvPr/>
        </p:nvSpPr>
        <p:spPr>
          <a:xfrm>
            <a:off x="6484365" y="5999479"/>
            <a:ext cx="1720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35" dirty="0">
                <a:solidFill>
                  <a:srgbClr val="585858"/>
                </a:solidFill>
                <a:latin typeface="Calibri"/>
                <a:cs typeface="Calibri"/>
              </a:rPr>
              <a:t>15 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26" name="object 1026"/>
          <p:cNvSpPr txBox="1"/>
          <p:nvPr/>
        </p:nvSpPr>
        <p:spPr>
          <a:xfrm>
            <a:off x="7855457" y="5999479"/>
            <a:ext cx="1720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35" dirty="0">
                <a:solidFill>
                  <a:srgbClr val="585858"/>
                </a:solidFill>
                <a:latin typeface="Calibri"/>
                <a:cs typeface="Calibri"/>
              </a:rPr>
              <a:t>20 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27" name="object 1027"/>
          <p:cNvSpPr txBox="1"/>
          <p:nvPr/>
        </p:nvSpPr>
        <p:spPr>
          <a:xfrm>
            <a:off x="9226422" y="5999479"/>
            <a:ext cx="1720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35" dirty="0">
                <a:solidFill>
                  <a:srgbClr val="585858"/>
                </a:solidFill>
                <a:latin typeface="Calibri"/>
                <a:cs typeface="Calibri"/>
              </a:rPr>
              <a:t>25 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28" name="object 1028"/>
          <p:cNvSpPr txBox="1"/>
          <p:nvPr/>
        </p:nvSpPr>
        <p:spPr>
          <a:xfrm>
            <a:off x="2039111" y="4114093"/>
            <a:ext cx="139700" cy="21653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U/U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29" name="object 1029"/>
          <p:cNvSpPr txBox="1"/>
          <p:nvPr/>
        </p:nvSpPr>
        <p:spPr>
          <a:xfrm>
            <a:off x="5785484" y="6177178"/>
            <a:ext cx="2000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X/D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30" name="object 1030"/>
          <p:cNvSpPr txBox="1"/>
          <p:nvPr/>
        </p:nvSpPr>
        <p:spPr>
          <a:xfrm>
            <a:off x="3920490" y="1334769"/>
            <a:ext cx="3517900" cy="5175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03530" marR="5080" indent="-291465">
              <a:lnSpc>
                <a:spcPct val="101899"/>
              </a:lnSpc>
              <a:spcBef>
                <a:spcPts val="60"/>
              </a:spcBef>
            </a:pPr>
            <a:r>
              <a:rPr sz="1600" b="1" spc="85" dirty="0">
                <a:solidFill>
                  <a:srgbClr val="585858"/>
                </a:solidFill>
                <a:latin typeface="Calibri"/>
                <a:cs typeface="Calibri"/>
              </a:rPr>
              <a:t>AXIAL</a:t>
            </a:r>
            <a:r>
              <a:rPr sz="1600" b="1" spc="26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b="1" spc="90" dirty="0">
                <a:solidFill>
                  <a:srgbClr val="585858"/>
                </a:solidFill>
                <a:latin typeface="Calibri"/>
                <a:cs typeface="Calibri"/>
              </a:rPr>
              <a:t>VELOCITY</a:t>
            </a:r>
            <a:r>
              <a:rPr sz="1600" b="1" spc="28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85858"/>
                </a:solidFill>
                <a:latin typeface="Calibri"/>
                <a:cs typeface="Calibri"/>
              </a:rPr>
              <a:t>VS</a:t>
            </a:r>
            <a:r>
              <a:rPr sz="1600" b="1" spc="26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b="1" spc="85" dirty="0">
                <a:solidFill>
                  <a:srgbClr val="585858"/>
                </a:solidFill>
                <a:latin typeface="Calibri"/>
                <a:cs typeface="Calibri"/>
              </a:rPr>
              <a:t>AXIAL</a:t>
            </a:r>
            <a:r>
              <a:rPr sz="1600" b="1" spc="27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b="1" spc="65" dirty="0">
                <a:solidFill>
                  <a:srgbClr val="585858"/>
                </a:solidFill>
                <a:latin typeface="Calibri"/>
                <a:cs typeface="Calibri"/>
              </a:rPr>
              <a:t>DISTANCE </a:t>
            </a:r>
            <a:r>
              <a:rPr sz="1600" b="1" spc="95" dirty="0">
                <a:solidFill>
                  <a:srgbClr val="585858"/>
                </a:solidFill>
                <a:latin typeface="Calibri"/>
                <a:cs typeface="Calibri"/>
              </a:rPr>
              <a:t>PRESENT</a:t>
            </a:r>
            <a:r>
              <a:rPr sz="1600" b="1" spc="25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b="1" spc="65" dirty="0">
                <a:solidFill>
                  <a:srgbClr val="585858"/>
                </a:solidFill>
                <a:latin typeface="Calibri"/>
                <a:cs typeface="Calibri"/>
              </a:rPr>
              <a:t>CFD</a:t>
            </a:r>
            <a:r>
              <a:rPr sz="1600" b="1" spc="27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85858"/>
                </a:solidFill>
                <a:latin typeface="Calibri"/>
                <a:cs typeface="Calibri"/>
              </a:rPr>
              <a:t>VS</a:t>
            </a:r>
            <a:r>
              <a:rPr sz="1600" b="1" spc="26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b="1" spc="85" dirty="0">
                <a:solidFill>
                  <a:srgbClr val="585858"/>
                </a:solidFill>
                <a:latin typeface="Calibri"/>
                <a:cs typeface="Calibri"/>
              </a:rPr>
              <a:t>NASA'S</a:t>
            </a:r>
            <a:r>
              <a:rPr sz="1600" b="1" spc="26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585858"/>
                </a:solidFill>
                <a:latin typeface="Calibri"/>
                <a:cs typeface="Calibri"/>
              </a:rPr>
              <a:t>DATA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31" name="object 1031"/>
          <p:cNvSpPr/>
          <p:nvPr/>
        </p:nvSpPr>
        <p:spPr>
          <a:xfrm>
            <a:off x="3265296" y="2054732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2222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2" name="object 1032"/>
          <p:cNvSpPr txBox="1"/>
          <p:nvPr/>
        </p:nvSpPr>
        <p:spPr>
          <a:xfrm>
            <a:off x="3522726" y="1883665"/>
            <a:ext cx="926465" cy="45402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NASA</a:t>
            </a:r>
            <a:r>
              <a:rPr sz="900" spc="-10" dirty="0">
                <a:solidFill>
                  <a:srgbClr val="585858"/>
                </a:solidFill>
                <a:latin typeface="Calibri"/>
                <a:cs typeface="Calibri"/>
              </a:rPr>
              <a:t> experimental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SA</a:t>
            </a:r>
            <a:r>
              <a:rPr sz="900" spc="-2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Fine</a:t>
            </a:r>
            <a:r>
              <a:rPr sz="900" spc="-3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585858"/>
                </a:solidFill>
                <a:latin typeface="Calibri"/>
                <a:cs typeface="Calibri"/>
              </a:rPr>
              <a:t>Mesh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1033" name="object 103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97451" y="2017585"/>
            <a:ext cx="243839" cy="73532"/>
          </a:xfrm>
          <a:prstGeom prst="rect">
            <a:avLst/>
          </a:prstGeom>
        </p:spPr>
      </p:pic>
      <p:sp>
        <p:nvSpPr>
          <p:cNvPr id="1034" name="object 1034"/>
          <p:cNvSpPr txBox="1"/>
          <p:nvPr/>
        </p:nvSpPr>
        <p:spPr>
          <a:xfrm>
            <a:off x="4755007" y="1883665"/>
            <a:ext cx="814069" cy="45402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NASA</a:t>
            </a:r>
            <a:r>
              <a:rPr sz="900" spc="-1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SA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SST</a:t>
            </a: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Coarse</a:t>
            </a:r>
            <a:r>
              <a:rPr sz="900" spc="-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585858"/>
                </a:solidFill>
                <a:latin typeface="Calibri"/>
                <a:cs typeface="Calibri"/>
              </a:rPr>
              <a:t>Mesh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35" name="object 1035"/>
          <p:cNvSpPr/>
          <p:nvPr/>
        </p:nvSpPr>
        <p:spPr>
          <a:xfrm>
            <a:off x="5729604" y="2054732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22225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6" name="object 1036"/>
          <p:cNvSpPr txBox="1"/>
          <p:nvPr/>
        </p:nvSpPr>
        <p:spPr>
          <a:xfrm>
            <a:off x="5987288" y="1883665"/>
            <a:ext cx="890269" cy="45402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SA</a:t>
            </a:r>
            <a:r>
              <a:rPr sz="900" spc="-2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Coarse</a:t>
            </a:r>
            <a:r>
              <a:rPr sz="900" spc="-20" dirty="0">
                <a:solidFill>
                  <a:srgbClr val="585858"/>
                </a:solidFill>
                <a:latin typeface="Calibri"/>
                <a:cs typeface="Calibri"/>
              </a:rPr>
              <a:t> Mesh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SST</a:t>
            </a:r>
            <a:r>
              <a:rPr sz="900" spc="-4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Meduim</a:t>
            </a:r>
            <a:r>
              <a:rPr sz="900" spc="-3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585858"/>
                </a:solidFill>
                <a:latin typeface="Calibri"/>
                <a:cs typeface="Calibri"/>
              </a:rPr>
              <a:t>Mesh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37" name="object 1037"/>
          <p:cNvSpPr/>
          <p:nvPr/>
        </p:nvSpPr>
        <p:spPr>
          <a:xfrm>
            <a:off x="6961758" y="2054732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22225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8" name="object 1038"/>
          <p:cNvSpPr txBox="1"/>
          <p:nvPr/>
        </p:nvSpPr>
        <p:spPr>
          <a:xfrm>
            <a:off x="7219568" y="1883665"/>
            <a:ext cx="847725" cy="45402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SA</a:t>
            </a:r>
            <a:r>
              <a:rPr sz="900" spc="-3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Meduim</a:t>
            </a:r>
            <a:r>
              <a:rPr sz="900" spc="-3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585858"/>
                </a:solidFill>
                <a:latin typeface="Calibri"/>
                <a:cs typeface="Calibri"/>
              </a:rPr>
              <a:t>Mesh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SST</a:t>
            </a: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Fine</a:t>
            </a:r>
            <a:r>
              <a:rPr sz="900" spc="-20" dirty="0">
                <a:solidFill>
                  <a:srgbClr val="585858"/>
                </a:solidFill>
                <a:latin typeface="Calibri"/>
                <a:cs typeface="Calibri"/>
              </a:rPr>
              <a:t> Mesh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39" name="object 1039"/>
          <p:cNvSpPr/>
          <p:nvPr/>
        </p:nvSpPr>
        <p:spPr>
          <a:xfrm>
            <a:off x="3265296" y="2269108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22225">
            <a:solidFill>
              <a:srgbClr val="6FAC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0" name="object 1040"/>
          <p:cNvSpPr/>
          <p:nvPr/>
        </p:nvSpPr>
        <p:spPr>
          <a:xfrm>
            <a:off x="4587240" y="2235707"/>
            <a:ext cx="64135" cy="64135"/>
          </a:xfrm>
          <a:custGeom>
            <a:avLst/>
            <a:gdLst/>
            <a:ahLst/>
            <a:cxnLst/>
            <a:rect l="l" t="t" r="r" b="b"/>
            <a:pathLst>
              <a:path w="64135" h="64135">
                <a:moveTo>
                  <a:pt x="64008" y="64007"/>
                </a:moveTo>
                <a:lnTo>
                  <a:pt x="0" y="0"/>
                </a:lnTo>
              </a:path>
              <a:path w="64135" h="64135">
                <a:moveTo>
                  <a:pt x="0" y="64007"/>
                </a:moveTo>
                <a:lnTo>
                  <a:pt x="64008" y="0"/>
                </a:lnTo>
              </a:path>
            </a:pathLst>
          </a:custGeom>
          <a:ln w="9525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1" name="object 1041"/>
          <p:cNvSpPr/>
          <p:nvPr/>
        </p:nvSpPr>
        <p:spPr>
          <a:xfrm>
            <a:off x="5818632" y="2235707"/>
            <a:ext cx="64135" cy="64135"/>
          </a:xfrm>
          <a:custGeom>
            <a:avLst/>
            <a:gdLst/>
            <a:ahLst/>
            <a:cxnLst/>
            <a:rect l="l" t="t" r="r" b="b"/>
            <a:pathLst>
              <a:path w="64135" h="64135">
                <a:moveTo>
                  <a:pt x="32003" y="0"/>
                </a:moveTo>
                <a:lnTo>
                  <a:pt x="32003" y="64007"/>
                </a:lnTo>
              </a:path>
              <a:path w="64135" h="64135">
                <a:moveTo>
                  <a:pt x="0" y="32003"/>
                </a:moveTo>
                <a:lnTo>
                  <a:pt x="64007" y="32003"/>
                </a:lnTo>
              </a:path>
            </a:pathLst>
          </a:custGeom>
          <a:ln w="9525">
            <a:solidFill>
              <a:srgbClr val="2544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42" name="object 1042"/>
          <p:cNvGrpSpPr/>
          <p:nvPr/>
        </p:nvGrpSpPr>
        <p:grpSpPr>
          <a:xfrm>
            <a:off x="7078789" y="2256853"/>
            <a:ext cx="41910" cy="22225"/>
            <a:chOff x="7078789" y="2256853"/>
            <a:chExt cx="41910" cy="22225"/>
          </a:xfrm>
        </p:grpSpPr>
        <p:sp>
          <p:nvSpPr>
            <p:cNvPr id="1043" name="object 1043"/>
            <p:cNvSpPr/>
            <p:nvPr/>
          </p:nvSpPr>
          <p:spPr>
            <a:xfrm>
              <a:off x="7083552" y="2261615"/>
              <a:ext cx="32384" cy="12700"/>
            </a:xfrm>
            <a:custGeom>
              <a:avLst/>
              <a:gdLst/>
              <a:ahLst/>
              <a:cxnLst/>
              <a:rect l="l" t="t" r="r" b="b"/>
              <a:pathLst>
                <a:path w="32384" h="12700">
                  <a:moveTo>
                    <a:pt x="32003" y="0"/>
                  </a:moveTo>
                  <a:lnTo>
                    <a:pt x="0" y="0"/>
                  </a:lnTo>
                  <a:lnTo>
                    <a:pt x="0" y="12192"/>
                  </a:lnTo>
                  <a:lnTo>
                    <a:pt x="32003" y="12192"/>
                  </a:lnTo>
                  <a:lnTo>
                    <a:pt x="32003" y="0"/>
                  </a:lnTo>
                  <a:close/>
                </a:path>
              </a:pathLst>
            </a:custGeom>
            <a:solidFill>
              <a:srgbClr val="9E4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4" name="object 1044"/>
            <p:cNvSpPr/>
            <p:nvPr/>
          </p:nvSpPr>
          <p:spPr>
            <a:xfrm>
              <a:off x="7083552" y="2261615"/>
              <a:ext cx="32384" cy="12700"/>
            </a:xfrm>
            <a:custGeom>
              <a:avLst/>
              <a:gdLst/>
              <a:ahLst/>
              <a:cxnLst/>
              <a:rect l="l" t="t" r="r" b="b"/>
              <a:pathLst>
                <a:path w="32384" h="12700">
                  <a:moveTo>
                    <a:pt x="0" y="12192"/>
                  </a:moveTo>
                  <a:lnTo>
                    <a:pt x="32003" y="12192"/>
                  </a:lnTo>
                  <a:lnTo>
                    <a:pt x="32003" y="0"/>
                  </a:lnTo>
                  <a:lnTo>
                    <a:pt x="0" y="0"/>
                  </a:lnTo>
                  <a:lnTo>
                    <a:pt x="0" y="12192"/>
                  </a:lnTo>
                  <a:close/>
                </a:path>
              </a:pathLst>
            </a:custGeom>
            <a:ln w="952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45" name="TextBox 1044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Calibri"/>
              </a:defRPr>
            </a:pPr>
            <a:r>
              <a:t>CFD Study of Compressible Flow in ARN2 Nozzle  |  Prashant Kamble</a:t>
            </a:r>
          </a:p>
        </p:txBody>
      </p:sp>
      <p:sp>
        <p:nvSpPr>
          <p:cNvPr id="1046" name="TextBox 1045"/>
          <p:cNvSpPr txBox="1"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Calibr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latin typeface="Calibri"/>
              </a:defRPr>
            </a:pPr>
            <a:r>
              <a:t>Centerline Velocity Validation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252" y="1752600"/>
            <a:ext cx="10029957" cy="2895600"/>
          </a:xfrm>
        </p:spPr>
        <p:txBody>
          <a:bodyPr/>
          <a:lstStyle/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 dirty="0">
                <a:latin typeface="Calibri"/>
              </a:rPr>
              <a:t>Validation Parameter: </a:t>
            </a:r>
            <a:r>
              <a:rPr sz="2000" b="0" dirty="0">
                <a:latin typeface="Calibri"/>
              </a:rPr>
              <a:t>The centerline axial velocity ratio (U/</a:t>
            </a:r>
            <a:r>
              <a:rPr sz="2000" b="0" dirty="0" err="1">
                <a:latin typeface="Calibri"/>
              </a:rPr>
              <a:t>Uj</a:t>
            </a:r>
            <a:r>
              <a:rPr sz="2000" b="0" dirty="0">
                <a:latin typeface="Calibri"/>
              </a:rPr>
              <a:t>) is plotted against normalized axial distance (X/</a:t>
            </a:r>
            <a:r>
              <a:rPr sz="2000" b="0" dirty="0" err="1">
                <a:latin typeface="Calibri"/>
              </a:rPr>
              <a:t>Dj</a:t>
            </a:r>
            <a:r>
              <a:rPr sz="2000" b="0" dirty="0">
                <a:latin typeface="Calibri"/>
              </a:rPr>
              <a:t>) from the nozzle exit to evaluate solver accuracy.</a:t>
            </a:r>
          </a:p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 dirty="0">
                <a:latin typeface="Calibri"/>
              </a:rPr>
              <a:t>Validation Datasets: </a:t>
            </a:r>
            <a:r>
              <a:rPr sz="2000" b="0" dirty="0">
                <a:latin typeface="Calibri"/>
              </a:rPr>
              <a:t>CFD centerline profile predictions for </a:t>
            </a:r>
            <a:r>
              <a:rPr sz="2000" b="0" dirty="0" err="1">
                <a:latin typeface="Calibri"/>
              </a:rPr>
              <a:t>Spalart</a:t>
            </a:r>
            <a:r>
              <a:rPr sz="2000" b="0" dirty="0">
                <a:latin typeface="Calibri"/>
              </a:rPr>
              <a:t>-Allmaras (SA) and SST k-ω models are validated against NASA subsonic jet experimental data.</a:t>
            </a:r>
          </a:p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 dirty="0">
                <a:latin typeface="Calibri"/>
              </a:rPr>
              <a:t>Near-Exit Agreement: </a:t>
            </a:r>
            <a:r>
              <a:rPr sz="2000" b="0" dirty="0">
                <a:latin typeface="Calibri"/>
              </a:rPr>
              <a:t>All configurations of mesh resolution and turbulence models show highly consistent, correct behavior within the jet potential core region (X/</a:t>
            </a:r>
            <a:r>
              <a:rPr sz="2000" b="0" dirty="0" err="1">
                <a:latin typeface="Calibri"/>
              </a:rPr>
              <a:t>Dj</a:t>
            </a:r>
            <a:r>
              <a:rPr sz="2000" b="0" dirty="0">
                <a:latin typeface="Calibri"/>
              </a:rPr>
              <a:t> &lt; 5.0).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Calibri"/>
              </a:defRPr>
            </a:pPr>
            <a:r>
              <a:t>CFD Study of Compressible Flow in ARN2 Nozzle  |  Prashant Kamble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Calibr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680" rIns="0" bIns="0" rtlCol="0">
            <a:spAutoFit/>
          </a:bodyPr>
          <a:lstStyle/>
          <a:p>
            <a:pPr marL="174434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Validation</a:t>
            </a:r>
            <a:r>
              <a:rPr spc="-75" dirty="0"/>
              <a:t> </a:t>
            </a:r>
            <a:r>
              <a:rPr dirty="0"/>
              <a:t>–</a:t>
            </a:r>
            <a:r>
              <a:rPr spc="-130" dirty="0"/>
              <a:t> </a:t>
            </a:r>
            <a:r>
              <a:rPr spc="-10" dirty="0"/>
              <a:t>Velocity</a:t>
            </a:r>
            <a:r>
              <a:rPr spc="-110" dirty="0"/>
              <a:t> </a:t>
            </a:r>
            <a:r>
              <a:rPr dirty="0"/>
              <a:t>along</a:t>
            </a:r>
            <a:r>
              <a:rPr spc="-105" dirty="0"/>
              <a:t> </a:t>
            </a:r>
            <a:r>
              <a:rPr dirty="0"/>
              <a:t>centerline</a:t>
            </a:r>
            <a:r>
              <a:rPr spc="-135" dirty="0"/>
              <a:t> 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820479" y="2296858"/>
            <a:ext cx="6939280" cy="3652520"/>
            <a:chOff x="2820479" y="2296858"/>
            <a:chExt cx="6939280" cy="3652520"/>
          </a:xfrm>
        </p:grpSpPr>
        <p:sp>
          <p:nvSpPr>
            <p:cNvPr id="4" name="object 4"/>
            <p:cNvSpPr/>
            <p:nvPr/>
          </p:nvSpPr>
          <p:spPr>
            <a:xfrm>
              <a:off x="2863723" y="2301620"/>
              <a:ext cx="6854190" cy="3642995"/>
            </a:xfrm>
            <a:custGeom>
              <a:avLst/>
              <a:gdLst/>
              <a:ahLst/>
              <a:cxnLst/>
              <a:rect l="l" t="t" r="r" b="b"/>
              <a:pathLst>
                <a:path w="6854190" h="3642995">
                  <a:moveTo>
                    <a:pt x="0" y="3035427"/>
                  </a:moveTo>
                  <a:lnTo>
                    <a:pt x="4868799" y="3035427"/>
                  </a:lnTo>
                </a:path>
                <a:path w="6854190" h="3642995">
                  <a:moveTo>
                    <a:pt x="4944999" y="3035427"/>
                  </a:moveTo>
                  <a:lnTo>
                    <a:pt x="6854062" y="3035427"/>
                  </a:lnTo>
                </a:path>
                <a:path w="6854190" h="3642995">
                  <a:moveTo>
                    <a:pt x="0" y="2428874"/>
                  </a:moveTo>
                  <a:lnTo>
                    <a:pt x="6854062" y="2428874"/>
                  </a:lnTo>
                </a:path>
                <a:path w="6854190" h="3642995">
                  <a:moveTo>
                    <a:pt x="0" y="1820798"/>
                  </a:moveTo>
                  <a:lnTo>
                    <a:pt x="6854062" y="1820798"/>
                  </a:lnTo>
                </a:path>
                <a:path w="6854190" h="3642995">
                  <a:moveTo>
                    <a:pt x="0" y="1214246"/>
                  </a:moveTo>
                  <a:lnTo>
                    <a:pt x="6854062" y="1214246"/>
                  </a:lnTo>
                </a:path>
                <a:path w="6854190" h="3642995">
                  <a:moveTo>
                    <a:pt x="83438" y="607694"/>
                  </a:moveTo>
                  <a:lnTo>
                    <a:pt x="6854062" y="607694"/>
                  </a:lnTo>
                </a:path>
                <a:path w="6854190" h="3642995">
                  <a:moveTo>
                    <a:pt x="0" y="0"/>
                  </a:moveTo>
                  <a:lnTo>
                    <a:pt x="6854062" y="0"/>
                  </a:lnTo>
                </a:path>
                <a:path w="6854190" h="3642995">
                  <a:moveTo>
                    <a:pt x="1371473" y="0"/>
                  </a:moveTo>
                  <a:lnTo>
                    <a:pt x="1371473" y="3642829"/>
                  </a:lnTo>
                </a:path>
                <a:path w="6854190" h="3642995">
                  <a:moveTo>
                    <a:pt x="2741549" y="2278760"/>
                  </a:moveTo>
                  <a:lnTo>
                    <a:pt x="2741549" y="3642829"/>
                  </a:lnTo>
                </a:path>
                <a:path w="6854190" h="3642995">
                  <a:moveTo>
                    <a:pt x="2741549" y="0"/>
                  </a:moveTo>
                  <a:lnTo>
                    <a:pt x="2741549" y="2202560"/>
                  </a:lnTo>
                </a:path>
                <a:path w="6854190" h="3642995">
                  <a:moveTo>
                    <a:pt x="4113149" y="0"/>
                  </a:moveTo>
                  <a:lnTo>
                    <a:pt x="4113149" y="3642829"/>
                  </a:lnTo>
                </a:path>
                <a:path w="6854190" h="3642995">
                  <a:moveTo>
                    <a:pt x="5483225" y="0"/>
                  </a:moveTo>
                  <a:lnTo>
                    <a:pt x="5483225" y="3642829"/>
                  </a:lnTo>
                </a:path>
                <a:path w="6854190" h="3642995">
                  <a:moveTo>
                    <a:pt x="6854062" y="0"/>
                  </a:moveTo>
                  <a:lnTo>
                    <a:pt x="6854062" y="3642829"/>
                  </a:lnTo>
                </a:path>
                <a:path w="6854190" h="3642995">
                  <a:moveTo>
                    <a:pt x="0" y="646556"/>
                  </a:moveTo>
                  <a:lnTo>
                    <a:pt x="0" y="3642829"/>
                  </a:lnTo>
                </a:path>
                <a:path w="6854190" h="3642995">
                  <a:moveTo>
                    <a:pt x="0" y="0"/>
                  </a:moveTo>
                  <a:lnTo>
                    <a:pt x="0" y="545973"/>
                  </a:lnTo>
                </a:path>
                <a:path w="6854190" h="3642995">
                  <a:moveTo>
                    <a:pt x="0" y="3642829"/>
                  </a:moveTo>
                  <a:lnTo>
                    <a:pt x="6854062" y="3642829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20479" y="2807779"/>
              <a:ext cx="6939153" cy="277710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687573" y="5850737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585858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00705" y="5243576"/>
            <a:ext cx="1701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0.2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00705" y="4635830"/>
            <a:ext cx="17081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0.4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00705" y="4028947"/>
            <a:ext cx="1701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0.6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00705" y="3421760"/>
            <a:ext cx="1701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0.8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87573" y="2814573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585858"/>
                </a:solidFill>
                <a:latin typeface="Calibri"/>
                <a:cs typeface="Calibri"/>
              </a:rPr>
              <a:t>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22575" y="5999479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585858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93540" y="5999479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585858"/>
                </a:solidFill>
                <a:latin typeface="Calibri"/>
                <a:cs typeface="Calibri"/>
              </a:rPr>
              <a:t>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35548" y="5999479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10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06259" y="5999479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15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277225" y="5999479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20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648190" y="5999479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45385" y="4016557"/>
            <a:ext cx="139700" cy="21653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U/U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92139" y="6177178"/>
            <a:ext cx="2000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X/D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50514" y="2017585"/>
            <a:ext cx="243840" cy="73532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4234688" y="2054732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22225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4318825" y="2017585"/>
            <a:ext cx="73660" cy="73660"/>
            <a:chOff x="4318825" y="2017585"/>
            <a:chExt cx="73660" cy="73660"/>
          </a:xfrm>
        </p:grpSpPr>
        <p:sp>
          <p:nvSpPr>
            <p:cNvPr id="23" name="object 23"/>
            <p:cNvSpPr/>
            <p:nvPr/>
          </p:nvSpPr>
          <p:spPr>
            <a:xfrm>
              <a:off x="4323588" y="2022348"/>
              <a:ext cx="64135" cy="64135"/>
            </a:xfrm>
            <a:custGeom>
              <a:avLst/>
              <a:gdLst/>
              <a:ahLst/>
              <a:cxnLst/>
              <a:rect l="l" t="t" r="r" b="b"/>
              <a:pathLst>
                <a:path w="64135" h="64135">
                  <a:moveTo>
                    <a:pt x="64008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64008" y="64008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323588" y="2022348"/>
              <a:ext cx="64135" cy="64135"/>
            </a:xfrm>
            <a:custGeom>
              <a:avLst/>
              <a:gdLst/>
              <a:ahLst/>
              <a:cxnLst/>
              <a:rect l="l" t="t" r="r" b="b"/>
              <a:pathLst>
                <a:path w="64135" h="64135">
                  <a:moveTo>
                    <a:pt x="0" y="64008"/>
                  </a:moveTo>
                  <a:lnTo>
                    <a:pt x="64008" y="64008"/>
                  </a:lnTo>
                  <a:lnTo>
                    <a:pt x="64008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952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6029833" y="2017585"/>
            <a:ext cx="243840" cy="73660"/>
            <a:chOff x="6029833" y="2017585"/>
            <a:chExt cx="243840" cy="73660"/>
          </a:xfrm>
        </p:grpSpPr>
        <p:sp>
          <p:nvSpPr>
            <p:cNvPr id="26" name="object 26"/>
            <p:cNvSpPr/>
            <p:nvPr/>
          </p:nvSpPr>
          <p:spPr>
            <a:xfrm>
              <a:off x="6029833" y="2054733"/>
              <a:ext cx="243840" cy="0"/>
            </a:xfrm>
            <a:custGeom>
              <a:avLst/>
              <a:gdLst/>
              <a:ahLst/>
              <a:cxnLst/>
              <a:rect l="l" t="t" r="r" b="b"/>
              <a:pathLst>
                <a:path w="243839">
                  <a:moveTo>
                    <a:pt x="0" y="0"/>
                  </a:moveTo>
                  <a:lnTo>
                    <a:pt x="243839" y="0"/>
                  </a:lnTo>
                </a:path>
              </a:pathLst>
            </a:custGeom>
            <a:ln w="2222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118860" y="2022348"/>
              <a:ext cx="64135" cy="64135"/>
            </a:xfrm>
            <a:custGeom>
              <a:avLst/>
              <a:gdLst/>
              <a:ahLst/>
              <a:cxnLst/>
              <a:rect l="l" t="t" r="r" b="b"/>
              <a:pathLst>
                <a:path w="64135" h="64135">
                  <a:moveTo>
                    <a:pt x="64007" y="64007"/>
                  </a:moveTo>
                  <a:lnTo>
                    <a:pt x="0" y="0"/>
                  </a:lnTo>
                </a:path>
                <a:path w="64135" h="64135">
                  <a:moveTo>
                    <a:pt x="32003" y="0"/>
                  </a:moveTo>
                  <a:lnTo>
                    <a:pt x="32003" y="64007"/>
                  </a:lnTo>
                </a:path>
                <a:path w="64135" h="64135">
                  <a:moveTo>
                    <a:pt x="0" y="64007"/>
                  </a:moveTo>
                  <a:lnTo>
                    <a:pt x="64007" y="0"/>
                  </a:lnTo>
                </a:path>
              </a:pathLst>
            </a:custGeom>
            <a:ln w="952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8" name="object 2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99907" y="2017585"/>
            <a:ext cx="243840" cy="73532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2600705" y="1334769"/>
            <a:ext cx="6798945" cy="1035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450" algn="ctr">
              <a:lnSpc>
                <a:spcPct val="100000"/>
              </a:lnSpc>
              <a:spcBef>
                <a:spcPts val="95"/>
              </a:spcBef>
            </a:pPr>
            <a:r>
              <a:rPr sz="1600" b="1" spc="85" dirty="0">
                <a:solidFill>
                  <a:srgbClr val="585858"/>
                </a:solidFill>
                <a:latin typeface="Calibri"/>
                <a:cs typeface="Calibri"/>
              </a:rPr>
              <a:t>AXIAL</a:t>
            </a:r>
            <a:r>
              <a:rPr sz="1600" b="1" spc="24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b="1" spc="90" dirty="0">
                <a:solidFill>
                  <a:srgbClr val="585858"/>
                </a:solidFill>
                <a:latin typeface="Calibri"/>
                <a:cs typeface="Calibri"/>
              </a:rPr>
              <a:t>VELOCITY</a:t>
            </a:r>
            <a:r>
              <a:rPr sz="1600" b="1" spc="26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b="1" spc="70" dirty="0">
                <a:solidFill>
                  <a:srgbClr val="585858"/>
                </a:solidFill>
                <a:latin typeface="Calibri"/>
                <a:cs typeface="Calibri"/>
              </a:rPr>
              <a:t>ALOG</a:t>
            </a:r>
            <a:r>
              <a:rPr sz="1600" b="1" spc="24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b="1" spc="55" dirty="0">
                <a:solidFill>
                  <a:srgbClr val="585858"/>
                </a:solidFill>
                <a:latin typeface="Calibri"/>
                <a:cs typeface="Calibri"/>
              </a:rPr>
              <a:t>AXIS</a:t>
            </a:r>
            <a:endParaRPr sz="1600">
              <a:latin typeface="Calibri"/>
              <a:cs typeface="Calibri"/>
            </a:endParaRPr>
          </a:p>
          <a:p>
            <a:pPr marL="170815" algn="ctr">
              <a:lnSpc>
                <a:spcPct val="100000"/>
              </a:lnSpc>
              <a:spcBef>
                <a:spcPts val="35"/>
              </a:spcBef>
            </a:pPr>
            <a:r>
              <a:rPr sz="1600" b="1" spc="70" dirty="0">
                <a:solidFill>
                  <a:srgbClr val="585858"/>
                </a:solidFill>
                <a:latin typeface="Calibri"/>
                <a:cs typeface="Calibri"/>
              </a:rPr>
              <a:t>MESH</a:t>
            </a:r>
            <a:r>
              <a:rPr sz="1600" b="1" spc="254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b="1" spc="105" dirty="0">
                <a:solidFill>
                  <a:srgbClr val="585858"/>
                </a:solidFill>
                <a:latin typeface="Calibri"/>
                <a:cs typeface="Calibri"/>
              </a:rPr>
              <a:t>INDEPENDENCE</a:t>
            </a:r>
            <a:r>
              <a:rPr sz="1600" b="1" spc="254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b="1" spc="70" dirty="0">
                <a:solidFill>
                  <a:srgbClr val="585858"/>
                </a:solidFill>
                <a:latin typeface="Calibri"/>
                <a:cs typeface="Calibri"/>
              </a:rPr>
              <a:t>STUDY</a:t>
            </a:r>
            <a:r>
              <a:rPr sz="1600" b="1" spc="24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b="1" spc="-25" dirty="0">
                <a:solidFill>
                  <a:srgbClr val="585858"/>
                </a:solidFill>
                <a:latin typeface="Calibri"/>
                <a:cs typeface="Calibri"/>
              </a:rPr>
              <a:t>SA</a:t>
            </a:r>
            <a:endParaRPr sz="1600">
              <a:latin typeface="Calibri"/>
              <a:cs typeface="Calibri"/>
            </a:endParaRPr>
          </a:p>
          <a:p>
            <a:pPr marL="519430">
              <a:lnSpc>
                <a:spcPct val="100000"/>
              </a:lnSpc>
              <a:spcBef>
                <a:spcPts val="1055"/>
              </a:spcBef>
              <a:tabLst>
                <a:tab pos="1903730" algn="l"/>
                <a:tab pos="3698875" algn="l"/>
                <a:tab pos="5569585" algn="l"/>
              </a:tabLst>
            </a:pP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NASA</a:t>
            </a:r>
            <a:r>
              <a:rPr sz="900" spc="-10" dirty="0">
                <a:solidFill>
                  <a:srgbClr val="585858"/>
                </a:solidFill>
                <a:latin typeface="Calibri"/>
                <a:cs typeface="Calibri"/>
              </a:rPr>
              <a:t> experimental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	Present</a:t>
            </a:r>
            <a:r>
              <a:rPr sz="900" spc="-1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CFD</a:t>
            </a:r>
            <a:r>
              <a:rPr sz="900" spc="-2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SA</a:t>
            </a:r>
            <a:r>
              <a:rPr sz="900" spc="-1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Coarse</a:t>
            </a:r>
            <a:r>
              <a:rPr sz="900" spc="-20" dirty="0">
                <a:solidFill>
                  <a:srgbClr val="585858"/>
                </a:solidFill>
                <a:latin typeface="Calibri"/>
                <a:cs typeface="Calibri"/>
              </a:rPr>
              <a:t> Mesh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	Present</a:t>
            </a:r>
            <a:r>
              <a:rPr sz="900" spc="-2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CFD</a:t>
            </a: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SA</a:t>
            </a:r>
            <a:r>
              <a:rPr sz="900" spc="-1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Meduim</a:t>
            </a:r>
            <a:r>
              <a:rPr sz="900" spc="-20" dirty="0">
                <a:solidFill>
                  <a:srgbClr val="585858"/>
                </a:solidFill>
                <a:latin typeface="Calibri"/>
                <a:cs typeface="Calibri"/>
              </a:rPr>
              <a:t> Mesh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	Present</a:t>
            </a:r>
            <a:r>
              <a:rPr sz="900" spc="-1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CFD</a:t>
            </a:r>
            <a:r>
              <a:rPr sz="900" spc="-2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SA</a:t>
            </a:r>
            <a:r>
              <a:rPr sz="900" spc="-1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Fine</a:t>
            </a:r>
            <a:r>
              <a:rPr sz="900" spc="-20" dirty="0">
                <a:solidFill>
                  <a:srgbClr val="585858"/>
                </a:solidFill>
                <a:latin typeface="Calibri"/>
                <a:cs typeface="Calibri"/>
              </a:rPr>
              <a:t> Mesh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1.2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Calibri"/>
              </a:defRPr>
            </a:pPr>
            <a:r>
              <a:t>CFD Study of Compressible Flow in ARN2 Nozzle  |  Prashant Kamble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Calibr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latin typeface="Calibri"/>
              </a:defRPr>
            </a:pPr>
            <a:r>
              <a:t>Spalart-Allmaras (SA) Grid Convergence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6939" y="1828801"/>
            <a:ext cx="10034270" cy="2286000"/>
          </a:xfrm>
        </p:spPr>
        <p:txBody>
          <a:bodyPr/>
          <a:lstStyle/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 dirty="0">
                <a:latin typeface="Calibri"/>
              </a:rPr>
              <a:t>Grid Density Sensitivity: </a:t>
            </a:r>
            <a:r>
              <a:rPr sz="2000" b="0" dirty="0">
                <a:latin typeface="Calibri"/>
              </a:rPr>
              <a:t>The </a:t>
            </a:r>
            <a:r>
              <a:rPr sz="2000" b="0" dirty="0" err="1">
                <a:latin typeface="Calibri"/>
              </a:rPr>
              <a:t>Spalart</a:t>
            </a:r>
            <a:r>
              <a:rPr sz="2000" b="0" dirty="0">
                <a:latin typeface="Calibri"/>
              </a:rPr>
              <a:t>-Allmaras (SA) model demonstrates noticeable grid sensitivity, especially in predicting jet dissipation downstream (X/</a:t>
            </a:r>
            <a:r>
              <a:rPr sz="2000" b="0" dirty="0" err="1">
                <a:latin typeface="Calibri"/>
              </a:rPr>
              <a:t>Dj</a:t>
            </a:r>
            <a:r>
              <a:rPr sz="2000" b="0" dirty="0">
                <a:latin typeface="Calibri"/>
              </a:rPr>
              <a:t> &gt; 10.0).</a:t>
            </a:r>
          </a:p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 dirty="0">
                <a:latin typeface="Calibri"/>
              </a:rPr>
              <a:t>Coarse Mesh Performance: </a:t>
            </a:r>
            <a:r>
              <a:rPr sz="2000" b="0" dirty="0">
                <a:latin typeface="Calibri"/>
              </a:rPr>
              <a:t>The Coarse mesh (70.6k cells) underpredicts jet dissipation downstream, showing an average deviation of 5.13% relative to the Fine mesh.</a:t>
            </a:r>
          </a:p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 dirty="0">
                <a:latin typeface="Calibri"/>
              </a:rPr>
              <a:t>Mesh Convergence: </a:t>
            </a:r>
            <a:r>
              <a:rPr sz="2000" b="0" dirty="0">
                <a:latin typeface="Calibri"/>
              </a:rPr>
              <a:t>The Medium mesh (128.7k cells) achieves solid grid convergence, tracking the Fine mesh (214.9k cells) profile within a 1.53% average difference.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Calibri"/>
              </a:defRPr>
            </a:pPr>
            <a:r>
              <a:t>CFD Study of Compressible Flow in ARN2 Nozzle  |  Prashant Kamble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Calibr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77900">
              <a:lnSpc>
                <a:spcPct val="100000"/>
              </a:lnSpc>
              <a:spcBef>
                <a:spcPts val="105"/>
              </a:spcBef>
            </a:pPr>
            <a:r>
              <a:rPr sz="4400" spc="-25" dirty="0"/>
              <a:t>Validation</a:t>
            </a:r>
            <a:r>
              <a:rPr sz="4400" spc="-100" dirty="0"/>
              <a:t> </a:t>
            </a:r>
            <a:r>
              <a:rPr sz="4400" dirty="0"/>
              <a:t>–</a:t>
            </a:r>
            <a:r>
              <a:rPr sz="4400" spc="-120" dirty="0"/>
              <a:t> </a:t>
            </a:r>
            <a:r>
              <a:rPr sz="4400" spc="-10" dirty="0"/>
              <a:t>Velocity</a:t>
            </a:r>
            <a:r>
              <a:rPr sz="4400" spc="-110" dirty="0"/>
              <a:t> </a:t>
            </a:r>
            <a:r>
              <a:rPr sz="4400" dirty="0"/>
              <a:t>along</a:t>
            </a:r>
            <a:r>
              <a:rPr sz="4400" spc="-110" dirty="0"/>
              <a:t> </a:t>
            </a:r>
            <a:r>
              <a:rPr sz="4400" dirty="0"/>
              <a:t>centerline</a:t>
            </a:r>
            <a:r>
              <a:rPr sz="4400" spc="-114" dirty="0"/>
              <a:t> </a:t>
            </a:r>
            <a:endParaRPr sz="44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629725" y="2799524"/>
          <a:ext cx="6995159" cy="2543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8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9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95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8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95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35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EBEBE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EBEBE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5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EBEBE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5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EBEBE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EBEBE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5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EBEBE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8737" y="3153854"/>
            <a:ext cx="7037895" cy="1739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371470" y="2710053"/>
            <a:ext cx="170815" cy="2708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1.2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9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900" spc="-50" dirty="0">
                <a:solidFill>
                  <a:srgbClr val="585858"/>
                </a:solidFill>
                <a:latin typeface="Calibri"/>
                <a:cs typeface="Calibri"/>
              </a:rPr>
              <a:t>1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9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0.8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9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0.6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9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0.4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9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0.2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9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900" spc="-50" dirty="0">
                <a:solidFill>
                  <a:srgbClr val="585858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93339" y="5404484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585858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92117" y="5404484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585858"/>
                </a:solidFill>
                <a:latin typeface="Calibri"/>
                <a:cs typeface="Calibri"/>
              </a:rPr>
              <a:t>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61559" y="5404484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10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60209" y="5404484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15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58988" y="5404484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20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57766" y="5404484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04085" y="3959103"/>
            <a:ext cx="152400" cy="23685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25" dirty="0">
                <a:solidFill>
                  <a:srgbClr val="585858"/>
                </a:solidFill>
                <a:latin typeface="Calibri"/>
                <a:cs typeface="Calibri"/>
              </a:rPr>
              <a:t>U/U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22340" y="5581903"/>
            <a:ext cx="21780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585858"/>
                </a:solidFill>
                <a:latin typeface="Calibri"/>
                <a:cs typeface="Calibri"/>
              </a:rPr>
              <a:t>X/D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26000" y="2190114"/>
            <a:ext cx="2204720" cy="457834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47625" marR="5080" indent="-35560">
              <a:lnSpc>
                <a:spcPct val="102099"/>
              </a:lnSpc>
              <a:spcBef>
                <a:spcPts val="65"/>
              </a:spcBef>
            </a:pPr>
            <a:r>
              <a:rPr sz="1400" dirty="0">
                <a:solidFill>
                  <a:srgbClr val="585858"/>
                </a:solidFill>
                <a:latin typeface="Calibri"/>
                <a:cs typeface="Calibri"/>
              </a:rPr>
              <a:t>Axial</a:t>
            </a:r>
            <a:r>
              <a:rPr sz="1400" spc="-3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85858"/>
                </a:solidFill>
                <a:latin typeface="Calibri"/>
                <a:cs typeface="Calibri"/>
              </a:rPr>
              <a:t>velocity</a:t>
            </a:r>
            <a:r>
              <a:rPr sz="1400" spc="-3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85858"/>
                </a:solidFill>
                <a:latin typeface="Calibri"/>
                <a:cs typeface="Calibri"/>
              </a:rPr>
              <a:t>vs</a:t>
            </a:r>
            <a:r>
              <a:rPr sz="1400" spc="-3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85858"/>
                </a:solidFill>
                <a:latin typeface="Calibri"/>
                <a:cs typeface="Calibri"/>
              </a:rPr>
              <a:t>Axial</a:t>
            </a:r>
            <a:r>
              <a:rPr sz="1400" spc="-3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85858"/>
                </a:solidFill>
                <a:latin typeface="Calibri"/>
                <a:cs typeface="Calibri"/>
              </a:rPr>
              <a:t>Distance </a:t>
            </a:r>
            <a:r>
              <a:rPr sz="1400" dirty="0">
                <a:solidFill>
                  <a:srgbClr val="585858"/>
                </a:solidFill>
                <a:latin typeface="Calibri"/>
                <a:cs typeface="Calibri"/>
              </a:rPr>
              <a:t>Mesh</a:t>
            </a:r>
            <a:r>
              <a:rPr sz="1400" spc="-5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85858"/>
                </a:solidFill>
                <a:latin typeface="Calibri"/>
                <a:cs typeface="Calibri"/>
              </a:rPr>
              <a:t>Independece</a:t>
            </a:r>
            <a:r>
              <a:rPr sz="1400" spc="-1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85858"/>
                </a:solidFill>
                <a:latin typeface="Calibri"/>
                <a:cs typeface="Calibri"/>
              </a:rPr>
              <a:t>study</a:t>
            </a:r>
            <a:r>
              <a:rPr sz="1400" spc="-4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85858"/>
                </a:solidFill>
                <a:latin typeface="Calibri"/>
                <a:cs typeface="Calibri"/>
              </a:rPr>
              <a:t>SST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466591" y="6020587"/>
            <a:ext cx="243840" cy="635"/>
          </a:xfrm>
          <a:custGeom>
            <a:avLst/>
            <a:gdLst/>
            <a:ahLst/>
            <a:cxnLst/>
            <a:rect l="l" t="t" r="r" b="b"/>
            <a:pathLst>
              <a:path w="243839" h="635">
                <a:moveTo>
                  <a:pt x="0" y="0"/>
                </a:moveTo>
                <a:lnTo>
                  <a:pt x="243840" y="12"/>
                </a:lnTo>
              </a:path>
            </a:pathLst>
          </a:custGeom>
          <a:ln w="1905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723894" y="5926937"/>
            <a:ext cx="9264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NASA</a:t>
            </a:r>
            <a:r>
              <a:rPr sz="900" spc="-10" dirty="0">
                <a:solidFill>
                  <a:srgbClr val="585858"/>
                </a:solidFill>
                <a:latin typeface="Calibri"/>
                <a:cs typeface="Calibri"/>
              </a:rPr>
              <a:t> experimental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61953" y="5983033"/>
            <a:ext cx="73533" cy="73532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5135117" y="5926937"/>
            <a:ext cx="81406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SST</a:t>
            </a: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Coarse</a:t>
            </a:r>
            <a:r>
              <a:rPr sz="900" spc="-1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585858"/>
                </a:solidFill>
                <a:latin typeface="Calibri"/>
                <a:cs typeface="Calibri"/>
              </a:rPr>
              <a:t>Mesh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34493" y="5983033"/>
            <a:ext cx="73533" cy="73532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6407911" y="5926937"/>
            <a:ext cx="8896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SST</a:t>
            </a:r>
            <a:r>
              <a:rPr sz="900" spc="-3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Meduim</a:t>
            </a: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585858"/>
                </a:solidFill>
                <a:latin typeface="Calibri"/>
                <a:cs typeface="Calibri"/>
              </a:rPr>
              <a:t>Mesh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81709" y="5983033"/>
            <a:ext cx="73532" cy="73532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7755763" y="5926937"/>
            <a:ext cx="6934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SST</a:t>
            </a:r>
            <a:r>
              <a:rPr sz="900" spc="-2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Fine</a:t>
            </a:r>
            <a:r>
              <a:rPr sz="900" spc="-1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585858"/>
                </a:solidFill>
                <a:latin typeface="Calibri"/>
                <a:cs typeface="Calibri"/>
              </a:rPr>
              <a:t>Mesh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Calibri"/>
              </a:defRPr>
            </a:pPr>
            <a:r>
              <a:t>CFD Study of Compressible Flow in ARN2 Nozzle  |  Prashant Kamble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Calibr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latin typeface="Calibri"/>
              </a:defRPr>
            </a:pPr>
            <a:r>
              <a:t>SST k-ω Grid Convergence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6939" y="1749726"/>
            <a:ext cx="10034270" cy="2669874"/>
          </a:xfrm>
        </p:spPr>
        <p:txBody>
          <a:bodyPr/>
          <a:lstStyle/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 dirty="0">
                <a:latin typeface="Calibri"/>
              </a:rPr>
              <a:t>Grid Density Robustness: </a:t>
            </a:r>
            <a:r>
              <a:rPr sz="2000" b="0" dirty="0">
                <a:latin typeface="Calibri"/>
              </a:rPr>
              <a:t>The SST k-ω model shows remarkable numerical stability, showing minimal sensitivity to grid refinement along the centerline axis.</a:t>
            </a:r>
          </a:p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 dirty="0">
                <a:latin typeface="Calibri"/>
              </a:rPr>
              <a:t>Coarse Grid Validation: </a:t>
            </a:r>
            <a:r>
              <a:rPr sz="2000" b="0" dirty="0">
                <a:latin typeface="Calibri"/>
              </a:rPr>
              <a:t>The Coarse grid (70.6k cells) provides excellent predictions, deviating by only 0.73% on average from the Fine grid (214.9k cells).</a:t>
            </a:r>
          </a:p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 dirty="0">
                <a:latin typeface="Calibri"/>
              </a:rPr>
              <a:t>Grid Independence: </a:t>
            </a:r>
            <a:r>
              <a:rPr sz="2000" b="0" dirty="0">
                <a:latin typeface="Calibri"/>
              </a:rPr>
              <a:t>The Medium grid (128.7k cells) matches the Fine grid profile within 1.01% average difference, verifying grid independence.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Calibri"/>
              </a:defRPr>
            </a:pPr>
            <a:r>
              <a:t>CFD Study of Compressible Flow in ARN2 Nozzle  |  Prashant Kamble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Calibri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" dirty="0"/>
              <a:t>Validation</a:t>
            </a:r>
            <a:r>
              <a:rPr sz="4400" spc="-105" dirty="0"/>
              <a:t> </a:t>
            </a:r>
            <a:r>
              <a:rPr sz="4400" dirty="0"/>
              <a:t>–</a:t>
            </a:r>
            <a:r>
              <a:rPr sz="4400" spc="-125" dirty="0"/>
              <a:t> </a:t>
            </a:r>
            <a:r>
              <a:rPr sz="4400" spc="-10" dirty="0"/>
              <a:t>Velocity</a:t>
            </a:r>
            <a:r>
              <a:rPr sz="4400" spc="-105" dirty="0"/>
              <a:t> </a:t>
            </a:r>
            <a:r>
              <a:rPr sz="4400" dirty="0"/>
              <a:t>along</a:t>
            </a:r>
            <a:r>
              <a:rPr sz="4400" spc="-114" dirty="0"/>
              <a:t> </a:t>
            </a:r>
            <a:r>
              <a:rPr sz="4400" dirty="0"/>
              <a:t>centerline</a:t>
            </a:r>
            <a:r>
              <a:rPr sz="4400" spc="-110" dirty="0"/>
              <a:t> </a:t>
            </a:r>
            <a:endParaRPr sz="44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880931" y="2688399"/>
          <a:ext cx="6833867" cy="2511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6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7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71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7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8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84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ACB8C9"/>
                      </a:solidFill>
                      <a:prstDash val="solid"/>
                    </a:lnL>
                    <a:lnR w="9525">
                      <a:solidFill>
                        <a:srgbClr val="DFE4EB"/>
                      </a:solidFill>
                      <a:prstDash val="solid"/>
                    </a:lnR>
                    <a:lnT w="9525">
                      <a:solidFill>
                        <a:srgbClr val="DFE4EB"/>
                      </a:solidFill>
                      <a:prstDash val="solid"/>
                    </a:lnT>
                    <a:lnB w="9525">
                      <a:solidFill>
                        <a:srgbClr val="DFE4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FE4EB"/>
                      </a:solidFill>
                      <a:prstDash val="solid"/>
                    </a:lnL>
                    <a:lnR w="9525">
                      <a:solidFill>
                        <a:srgbClr val="DFE4EB"/>
                      </a:solidFill>
                      <a:prstDash val="solid"/>
                    </a:lnR>
                    <a:lnT w="9525">
                      <a:solidFill>
                        <a:srgbClr val="DFE4EB"/>
                      </a:solidFill>
                      <a:prstDash val="solid"/>
                    </a:lnT>
                    <a:lnB w="9525">
                      <a:solidFill>
                        <a:srgbClr val="DFE4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FE4EB"/>
                      </a:solidFill>
                      <a:prstDash val="solid"/>
                    </a:lnL>
                    <a:lnR w="9525">
                      <a:solidFill>
                        <a:srgbClr val="DFE4EB"/>
                      </a:solidFill>
                      <a:prstDash val="solid"/>
                    </a:lnR>
                    <a:lnT w="9525">
                      <a:solidFill>
                        <a:srgbClr val="DFE4EB"/>
                      </a:solidFill>
                      <a:prstDash val="solid"/>
                    </a:lnT>
                    <a:lnB w="9525">
                      <a:solidFill>
                        <a:srgbClr val="DFE4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FE4EB"/>
                      </a:solidFill>
                      <a:prstDash val="solid"/>
                    </a:lnL>
                    <a:lnR w="9525">
                      <a:solidFill>
                        <a:srgbClr val="DFE4EB"/>
                      </a:solidFill>
                      <a:prstDash val="solid"/>
                    </a:lnR>
                    <a:lnT w="9525">
                      <a:solidFill>
                        <a:srgbClr val="DFE4EB"/>
                      </a:solidFill>
                      <a:prstDash val="solid"/>
                    </a:lnT>
                    <a:lnB w="9525">
                      <a:solidFill>
                        <a:srgbClr val="DFE4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FE4EB"/>
                      </a:solidFill>
                      <a:prstDash val="solid"/>
                    </a:lnL>
                    <a:lnR w="9525">
                      <a:solidFill>
                        <a:srgbClr val="DFE4EB"/>
                      </a:solidFill>
                      <a:prstDash val="solid"/>
                    </a:lnR>
                    <a:lnT w="9525">
                      <a:solidFill>
                        <a:srgbClr val="DFE4EB"/>
                      </a:solidFill>
                      <a:prstDash val="solid"/>
                    </a:lnT>
                    <a:lnB w="9525">
                      <a:solidFill>
                        <a:srgbClr val="DFE4E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ACB8C9"/>
                      </a:solidFill>
                      <a:prstDash val="solid"/>
                    </a:lnL>
                    <a:lnR w="9525">
                      <a:solidFill>
                        <a:srgbClr val="DFE4EB"/>
                      </a:solidFill>
                      <a:prstDash val="solid"/>
                    </a:lnR>
                    <a:lnT w="9525">
                      <a:solidFill>
                        <a:srgbClr val="DFE4EB"/>
                      </a:solidFill>
                      <a:prstDash val="solid"/>
                    </a:lnT>
                    <a:lnB w="9525">
                      <a:solidFill>
                        <a:srgbClr val="DFE4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FE4EB"/>
                      </a:solidFill>
                      <a:prstDash val="solid"/>
                    </a:lnL>
                    <a:lnR w="9525">
                      <a:solidFill>
                        <a:srgbClr val="DFE4EB"/>
                      </a:solidFill>
                      <a:prstDash val="solid"/>
                    </a:lnR>
                    <a:lnT w="9525">
                      <a:solidFill>
                        <a:srgbClr val="DFE4EB"/>
                      </a:solidFill>
                      <a:prstDash val="solid"/>
                    </a:lnT>
                    <a:lnB w="9525">
                      <a:solidFill>
                        <a:srgbClr val="DFE4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FE4EB"/>
                      </a:solidFill>
                      <a:prstDash val="solid"/>
                    </a:lnL>
                    <a:lnR w="9525">
                      <a:solidFill>
                        <a:srgbClr val="DFE4EB"/>
                      </a:solidFill>
                      <a:prstDash val="solid"/>
                    </a:lnR>
                    <a:lnT w="9525">
                      <a:solidFill>
                        <a:srgbClr val="DFE4EB"/>
                      </a:solidFill>
                      <a:prstDash val="solid"/>
                    </a:lnT>
                    <a:lnB w="9525">
                      <a:solidFill>
                        <a:srgbClr val="DFE4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FE4EB"/>
                      </a:solidFill>
                      <a:prstDash val="solid"/>
                    </a:lnL>
                    <a:lnR w="9525">
                      <a:solidFill>
                        <a:srgbClr val="DFE4EB"/>
                      </a:solidFill>
                      <a:prstDash val="solid"/>
                    </a:lnR>
                    <a:lnT w="9525">
                      <a:solidFill>
                        <a:srgbClr val="DFE4EB"/>
                      </a:solidFill>
                      <a:prstDash val="solid"/>
                    </a:lnT>
                    <a:lnB w="9525">
                      <a:solidFill>
                        <a:srgbClr val="DFE4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FE4EB"/>
                      </a:solidFill>
                      <a:prstDash val="solid"/>
                    </a:lnL>
                    <a:lnR w="9525">
                      <a:solidFill>
                        <a:srgbClr val="DFE4EB"/>
                      </a:solidFill>
                      <a:prstDash val="solid"/>
                    </a:lnR>
                    <a:lnT w="9525">
                      <a:solidFill>
                        <a:srgbClr val="DFE4EB"/>
                      </a:solidFill>
                      <a:prstDash val="solid"/>
                    </a:lnT>
                    <a:lnB w="9525">
                      <a:solidFill>
                        <a:srgbClr val="DFE4E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4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ACB8C9"/>
                      </a:solidFill>
                      <a:prstDash val="solid"/>
                    </a:lnL>
                    <a:lnR w="9525">
                      <a:solidFill>
                        <a:srgbClr val="DFE4EB"/>
                      </a:solidFill>
                      <a:prstDash val="solid"/>
                    </a:lnR>
                    <a:lnT w="9525">
                      <a:solidFill>
                        <a:srgbClr val="DFE4EB"/>
                      </a:solidFill>
                      <a:prstDash val="solid"/>
                    </a:lnT>
                    <a:lnB w="9525">
                      <a:solidFill>
                        <a:srgbClr val="DFE4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FE4EB"/>
                      </a:solidFill>
                      <a:prstDash val="solid"/>
                    </a:lnL>
                    <a:lnR w="9525">
                      <a:solidFill>
                        <a:srgbClr val="DFE4EB"/>
                      </a:solidFill>
                      <a:prstDash val="solid"/>
                    </a:lnR>
                    <a:lnT w="9525">
                      <a:solidFill>
                        <a:srgbClr val="DFE4EB"/>
                      </a:solidFill>
                      <a:prstDash val="solid"/>
                    </a:lnT>
                    <a:lnB w="9525">
                      <a:solidFill>
                        <a:srgbClr val="DFE4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FE4EB"/>
                      </a:solidFill>
                      <a:prstDash val="solid"/>
                    </a:lnL>
                    <a:lnR w="9525">
                      <a:solidFill>
                        <a:srgbClr val="DFE4EB"/>
                      </a:solidFill>
                      <a:prstDash val="solid"/>
                    </a:lnR>
                    <a:lnT w="9525">
                      <a:solidFill>
                        <a:srgbClr val="DFE4EB"/>
                      </a:solidFill>
                      <a:prstDash val="solid"/>
                    </a:lnT>
                    <a:lnB w="9525">
                      <a:solidFill>
                        <a:srgbClr val="DFE4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FE4EB"/>
                      </a:solidFill>
                      <a:prstDash val="solid"/>
                    </a:lnL>
                    <a:lnR w="9525">
                      <a:solidFill>
                        <a:srgbClr val="DFE4EB"/>
                      </a:solidFill>
                      <a:prstDash val="solid"/>
                    </a:lnR>
                    <a:lnT w="9525">
                      <a:solidFill>
                        <a:srgbClr val="DFE4EB"/>
                      </a:solidFill>
                      <a:prstDash val="solid"/>
                    </a:lnT>
                    <a:lnB w="9525">
                      <a:solidFill>
                        <a:srgbClr val="DFE4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FE4EB"/>
                      </a:solidFill>
                      <a:prstDash val="solid"/>
                    </a:lnL>
                    <a:lnR w="9525">
                      <a:solidFill>
                        <a:srgbClr val="DFE4EB"/>
                      </a:solidFill>
                      <a:prstDash val="solid"/>
                    </a:lnR>
                    <a:lnT w="9525">
                      <a:solidFill>
                        <a:srgbClr val="DFE4EB"/>
                      </a:solidFill>
                      <a:prstDash val="solid"/>
                    </a:lnT>
                    <a:lnB w="9525">
                      <a:solidFill>
                        <a:srgbClr val="DFE4E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ACB8C9"/>
                      </a:solidFill>
                      <a:prstDash val="solid"/>
                    </a:lnL>
                    <a:lnR w="9525">
                      <a:solidFill>
                        <a:srgbClr val="DFE4EB"/>
                      </a:solidFill>
                      <a:prstDash val="solid"/>
                    </a:lnR>
                    <a:lnT w="9525">
                      <a:solidFill>
                        <a:srgbClr val="DFE4EB"/>
                      </a:solidFill>
                      <a:prstDash val="solid"/>
                    </a:lnT>
                    <a:lnB w="9525">
                      <a:solidFill>
                        <a:srgbClr val="DFE4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FE4EB"/>
                      </a:solidFill>
                      <a:prstDash val="solid"/>
                    </a:lnL>
                    <a:lnR w="9525">
                      <a:solidFill>
                        <a:srgbClr val="DFE4EB"/>
                      </a:solidFill>
                      <a:prstDash val="solid"/>
                    </a:lnR>
                    <a:lnT w="9525">
                      <a:solidFill>
                        <a:srgbClr val="DFE4EB"/>
                      </a:solidFill>
                      <a:prstDash val="solid"/>
                    </a:lnT>
                    <a:lnB w="9525">
                      <a:solidFill>
                        <a:srgbClr val="DFE4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FE4EB"/>
                      </a:solidFill>
                      <a:prstDash val="solid"/>
                    </a:lnL>
                    <a:lnR w="9525">
                      <a:solidFill>
                        <a:srgbClr val="DFE4EB"/>
                      </a:solidFill>
                      <a:prstDash val="solid"/>
                    </a:lnR>
                    <a:lnT w="9525">
                      <a:solidFill>
                        <a:srgbClr val="DFE4EB"/>
                      </a:solidFill>
                      <a:prstDash val="solid"/>
                    </a:lnT>
                    <a:lnB w="9525">
                      <a:solidFill>
                        <a:srgbClr val="DFE4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FE4EB"/>
                      </a:solidFill>
                      <a:prstDash val="solid"/>
                    </a:lnL>
                    <a:lnR w="9525">
                      <a:solidFill>
                        <a:srgbClr val="DFE4EB"/>
                      </a:solidFill>
                      <a:prstDash val="solid"/>
                    </a:lnR>
                    <a:lnT w="9525">
                      <a:solidFill>
                        <a:srgbClr val="DFE4EB"/>
                      </a:solidFill>
                      <a:prstDash val="solid"/>
                    </a:lnT>
                    <a:lnB w="9525">
                      <a:solidFill>
                        <a:srgbClr val="DFE4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FE4EB"/>
                      </a:solidFill>
                      <a:prstDash val="solid"/>
                    </a:lnL>
                    <a:lnR w="9525">
                      <a:solidFill>
                        <a:srgbClr val="DFE4EB"/>
                      </a:solidFill>
                      <a:prstDash val="solid"/>
                    </a:lnR>
                    <a:lnT w="9525">
                      <a:solidFill>
                        <a:srgbClr val="DFE4EB"/>
                      </a:solidFill>
                      <a:prstDash val="solid"/>
                    </a:lnT>
                    <a:lnB w="9525">
                      <a:solidFill>
                        <a:srgbClr val="DFE4E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ACB8C9"/>
                      </a:solidFill>
                      <a:prstDash val="solid"/>
                    </a:lnL>
                    <a:lnR w="9525">
                      <a:solidFill>
                        <a:srgbClr val="DFE4EB"/>
                      </a:solidFill>
                      <a:prstDash val="solid"/>
                    </a:lnR>
                    <a:lnT w="9525">
                      <a:solidFill>
                        <a:srgbClr val="DFE4EB"/>
                      </a:solidFill>
                      <a:prstDash val="solid"/>
                    </a:lnT>
                    <a:lnB w="9525">
                      <a:solidFill>
                        <a:srgbClr val="DFE4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FE4EB"/>
                      </a:solidFill>
                      <a:prstDash val="solid"/>
                    </a:lnL>
                    <a:lnR w="9525">
                      <a:solidFill>
                        <a:srgbClr val="DFE4EB"/>
                      </a:solidFill>
                      <a:prstDash val="solid"/>
                    </a:lnR>
                    <a:lnT w="9525">
                      <a:solidFill>
                        <a:srgbClr val="DFE4EB"/>
                      </a:solidFill>
                      <a:prstDash val="solid"/>
                    </a:lnT>
                    <a:lnB w="9525">
                      <a:solidFill>
                        <a:srgbClr val="DFE4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FE4EB"/>
                      </a:solidFill>
                      <a:prstDash val="solid"/>
                    </a:lnL>
                    <a:lnR w="9525">
                      <a:solidFill>
                        <a:srgbClr val="DFE4EB"/>
                      </a:solidFill>
                      <a:prstDash val="solid"/>
                    </a:lnR>
                    <a:lnT w="9525">
                      <a:solidFill>
                        <a:srgbClr val="DFE4EB"/>
                      </a:solidFill>
                      <a:prstDash val="solid"/>
                    </a:lnT>
                    <a:lnB w="9525">
                      <a:solidFill>
                        <a:srgbClr val="DFE4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FE4EB"/>
                      </a:solidFill>
                      <a:prstDash val="solid"/>
                    </a:lnL>
                    <a:lnR w="9525">
                      <a:solidFill>
                        <a:srgbClr val="DFE4EB"/>
                      </a:solidFill>
                      <a:prstDash val="solid"/>
                    </a:lnR>
                    <a:lnT w="9525">
                      <a:solidFill>
                        <a:srgbClr val="DFE4EB"/>
                      </a:solidFill>
                      <a:prstDash val="solid"/>
                    </a:lnT>
                    <a:lnB w="9525">
                      <a:solidFill>
                        <a:srgbClr val="DFE4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FE4EB"/>
                      </a:solidFill>
                      <a:prstDash val="solid"/>
                    </a:lnL>
                    <a:lnR w="9525">
                      <a:solidFill>
                        <a:srgbClr val="DFE4EB"/>
                      </a:solidFill>
                      <a:prstDash val="solid"/>
                    </a:lnR>
                    <a:lnT w="9525">
                      <a:solidFill>
                        <a:srgbClr val="DFE4EB"/>
                      </a:solidFill>
                      <a:prstDash val="solid"/>
                    </a:lnT>
                    <a:lnB w="9525">
                      <a:solidFill>
                        <a:srgbClr val="DFE4E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ACB8C9"/>
                      </a:solidFill>
                      <a:prstDash val="solid"/>
                    </a:lnL>
                    <a:lnR w="9525">
                      <a:solidFill>
                        <a:srgbClr val="DFE4EB"/>
                      </a:solidFill>
                      <a:prstDash val="solid"/>
                    </a:lnR>
                    <a:lnT w="9525">
                      <a:solidFill>
                        <a:srgbClr val="DFE4EB"/>
                      </a:solidFill>
                      <a:prstDash val="solid"/>
                    </a:lnT>
                    <a:lnB w="9525">
                      <a:solidFill>
                        <a:srgbClr val="ACB8C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FE4EB"/>
                      </a:solidFill>
                      <a:prstDash val="solid"/>
                    </a:lnL>
                    <a:lnR w="9525">
                      <a:solidFill>
                        <a:srgbClr val="DFE4EB"/>
                      </a:solidFill>
                      <a:prstDash val="solid"/>
                    </a:lnR>
                    <a:lnT w="9525">
                      <a:solidFill>
                        <a:srgbClr val="DFE4EB"/>
                      </a:solidFill>
                      <a:prstDash val="solid"/>
                    </a:lnT>
                    <a:lnB w="9525">
                      <a:solidFill>
                        <a:srgbClr val="ACB8C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FE4EB"/>
                      </a:solidFill>
                      <a:prstDash val="solid"/>
                    </a:lnL>
                    <a:lnR w="9525">
                      <a:solidFill>
                        <a:srgbClr val="DFE4EB"/>
                      </a:solidFill>
                      <a:prstDash val="solid"/>
                    </a:lnR>
                    <a:lnT w="9525">
                      <a:solidFill>
                        <a:srgbClr val="DFE4EB"/>
                      </a:solidFill>
                      <a:prstDash val="solid"/>
                    </a:lnT>
                    <a:lnB w="9525">
                      <a:solidFill>
                        <a:srgbClr val="ACB8C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FE4EB"/>
                      </a:solidFill>
                      <a:prstDash val="solid"/>
                    </a:lnL>
                    <a:lnR w="9525">
                      <a:solidFill>
                        <a:srgbClr val="DFE4EB"/>
                      </a:solidFill>
                      <a:prstDash val="solid"/>
                    </a:lnR>
                    <a:lnT w="9525">
                      <a:solidFill>
                        <a:srgbClr val="DFE4EB"/>
                      </a:solidFill>
                      <a:prstDash val="solid"/>
                    </a:lnT>
                    <a:lnB w="9525">
                      <a:solidFill>
                        <a:srgbClr val="ACB8C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FE4EB"/>
                      </a:solidFill>
                      <a:prstDash val="solid"/>
                    </a:lnL>
                    <a:lnR w="9525">
                      <a:solidFill>
                        <a:srgbClr val="DFE4EB"/>
                      </a:solidFill>
                      <a:prstDash val="solid"/>
                    </a:lnR>
                    <a:lnT w="9525">
                      <a:solidFill>
                        <a:srgbClr val="DFE4EB"/>
                      </a:solidFill>
                      <a:prstDash val="solid"/>
                    </a:lnT>
                    <a:lnB w="9525">
                      <a:solidFill>
                        <a:srgbClr val="ACB8C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2848355" y="3031101"/>
            <a:ext cx="6884670" cy="2059305"/>
            <a:chOff x="2848355" y="3031101"/>
            <a:chExt cx="6884670" cy="20593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2007" y="3087624"/>
              <a:ext cx="6615683" cy="153466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84931" y="3046476"/>
              <a:ext cx="6842759" cy="204368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61771" y="3040249"/>
              <a:ext cx="152039" cy="1397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77191" y="3035677"/>
              <a:ext cx="157914" cy="13970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98606" y="3034239"/>
              <a:ext cx="154747" cy="13648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18339" y="3032715"/>
              <a:ext cx="157914" cy="13648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41199" y="3031191"/>
              <a:ext cx="157914" cy="13648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65662" y="3031101"/>
              <a:ext cx="154747" cy="13063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991303" y="3031101"/>
              <a:ext cx="147477" cy="13063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006728" y="3031101"/>
              <a:ext cx="153347" cy="13063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026622" y="3031101"/>
              <a:ext cx="154747" cy="13063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053795" y="3031101"/>
              <a:ext cx="152039" cy="13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075304" y="3031101"/>
              <a:ext cx="148780" cy="13063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095116" y="3031101"/>
              <a:ext cx="148780" cy="13063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115013" y="3031101"/>
              <a:ext cx="150177" cy="13063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136349" y="3031101"/>
              <a:ext cx="150177" cy="13063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163515" y="3031101"/>
              <a:ext cx="147477" cy="13063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187899" y="3031101"/>
              <a:ext cx="147477" cy="13063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209420" y="3032625"/>
              <a:ext cx="153347" cy="13063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238458" y="3032625"/>
              <a:ext cx="154747" cy="13063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268938" y="3032625"/>
              <a:ext cx="154747" cy="13063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305255" y="3032625"/>
              <a:ext cx="152039" cy="13063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335915" y="3032625"/>
              <a:ext cx="157914" cy="13063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372477" y="3037130"/>
              <a:ext cx="135142" cy="13063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392289" y="3037130"/>
              <a:ext cx="135142" cy="13063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413625" y="3037130"/>
              <a:ext cx="135142" cy="13063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433437" y="3037130"/>
              <a:ext cx="135142" cy="13063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456297" y="3037130"/>
              <a:ext cx="135142" cy="13063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479157" y="3037130"/>
              <a:ext cx="135142" cy="130638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502017" y="3037130"/>
              <a:ext cx="135142" cy="130638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526401" y="3038654"/>
              <a:ext cx="135142" cy="130638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550785" y="3038654"/>
              <a:ext cx="135142" cy="130638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576693" y="3038654"/>
              <a:ext cx="135142" cy="130638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604125" y="3038654"/>
              <a:ext cx="135142" cy="130638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631557" y="3038654"/>
              <a:ext cx="135142" cy="130638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660513" y="3038654"/>
              <a:ext cx="135142" cy="130638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690993" y="3038654"/>
              <a:ext cx="135142" cy="130638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721473" y="3038654"/>
              <a:ext cx="135142" cy="130638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753477" y="3038654"/>
              <a:ext cx="135142" cy="130638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787005" y="3038654"/>
              <a:ext cx="135142" cy="130638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820533" y="3038654"/>
              <a:ext cx="135142" cy="130638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855585" y="3038654"/>
              <a:ext cx="135142" cy="130638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892161" y="3038654"/>
              <a:ext cx="135142" cy="130638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930261" y="3038654"/>
              <a:ext cx="135142" cy="130638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969885" y="3038654"/>
              <a:ext cx="135142" cy="130638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011033" y="3038654"/>
              <a:ext cx="135142" cy="130638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053705" y="3038654"/>
              <a:ext cx="135142" cy="130638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096377" y="3038654"/>
              <a:ext cx="135142" cy="130638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142097" y="3040178"/>
              <a:ext cx="135142" cy="130638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189341" y="3040178"/>
              <a:ext cx="135142" cy="130638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236585" y="3040178"/>
              <a:ext cx="135142" cy="130638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286877" y="3040178"/>
              <a:ext cx="135142" cy="130638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340217" y="3040178"/>
              <a:ext cx="135142" cy="130638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393557" y="3040178"/>
              <a:ext cx="135142" cy="130638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448421" y="3040178"/>
              <a:ext cx="135142" cy="130638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506333" y="3040178"/>
              <a:ext cx="135142" cy="130638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565769" y="3040178"/>
              <a:ext cx="135142" cy="130638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628253" y="3040178"/>
              <a:ext cx="135142" cy="130638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692261" y="3041702"/>
              <a:ext cx="135142" cy="130638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757793" y="3043226"/>
              <a:ext cx="135142" cy="130638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826373" y="3047798"/>
              <a:ext cx="135142" cy="130638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898001" y="3063038"/>
              <a:ext cx="135142" cy="130638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379585" y="3485186"/>
              <a:ext cx="135142" cy="130638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563989" y="3639110"/>
              <a:ext cx="135142" cy="130638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972421" y="3904286"/>
              <a:ext cx="135142" cy="130638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955401" y="4282238"/>
              <a:ext cx="135142" cy="130638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106277" y="4318814"/>
              <a:ext cx="135142" cy="130638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314809" y="4523030"/>
              <a:ext cx="135142" cy="130638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880931" y="3066351"/>
              <a:ext cx="6851522" cy="1811220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848355" y="3061671"/>
              <a:ext cx="92246" cy="86150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868167" y="3052527"/>
              <a:ext cx="92246" cy="83102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887979" y="3047955"/>
              <a:ext cx="90722" cy="78530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907791" y="3043383"/>
              <a:ext cx="92246" cy="78530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929127" y="3041859"/>
              <a:ext cx="89198" cy="75482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948939" y="3040335"/>
              <a:ext cx="92246" cy="75482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971799" y="3038811"/>
              <a:ext cx="92246" cy="75482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172711" y="3043383"/>
              <a:ext cx="560114" cy="73958"/>
            </a:xfrm>
            <a:prstGeom prst="rect">
              <a:avLst/>
            </a:prstGeom>
          </p:spPr>
        </p:pic>
      </p:grpSp>
      <p:grpSp>
        <p:nvGrpSpPr>
          <p:cNvPr id="82" name="object 82"/>
          <p:cNvGrpSpPr/>
          <p:nvPr/>
        </p:nvGrpSpPr>
        <p:grpSpPr>
          <a:xfrm>
            <a:off x="2817755" y="3044825"/>
            <a:ext cx="177800" cy="152400"/>
            <a:chOff x="2817755" y="3044825"/>
            <a:chExt cx="177800" cy="152400"/>
          </a:xfrm>
        </p:grpSpPr>
        <p:pic>
          <p:nvPicPr>
            <p:cNvPr id="83" name="object 8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817755" y="3053890"/>
              <a:ext cx="157914" cy="143008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837567" y="3044825"/>
              <a:ext cx="157914" cy="144272"/>
            </a:xfrm>
            <a:prstGeom prst="rect">
              <a:avLst/>
            </a:prstGeom>
          </p:spPr>
        </p:pic>
      </p:grpSp>
      <p:grpSp>
        <p:nvGrpSpPr>
          <p:cNvPr id="85" name="object 85"/>
          <p:cNvGrpSpPr/>
          <p:nvPr/>
        </p:nvGrpSpPr>
        <p:grpSpPr>
          <a:xfrm>
            <a:off x="4971153" y="3098090"/>
            <a:ext cx="513080" cy="464820"/>
            <a:chOff x="4971153" y="3098090"/>
            <a:chExt cx="513080" cy="464820"/>
          </a:xfrm>
        </p:grpSpPr>
        <p:pic>
          <p:nvPicPr>
            <p:cNvPr id="86" name="object 8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971153" y="3098090"/>
              <a:ext cx="135142" cy="130638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047353" y="3157526"/>
              <a:ext cx="135142" cy="130638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126601" y="3233726"/>
              <a:ext cx="135142" cy="130638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207373" y="3317546"/>
              <a:ext cx="135142" cy="130638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292717" y="3402890"/>
              <a:ext cx="135142" cy="130638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001768" y="3101295"/>
              <a:ext cx="73958" cy="73958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077968" y="3160731"/>
              <a:ext cx="73958" cy="73958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157216" y="3236931"/>
              <a:ext cx="73958" cy="73958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237988" y="3320751"/>
              <a:ext cx="73958" cy="73958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323332" y="3406095"/>
              <a:ext cx="73958" cy="73958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410200" y="3488391"/>
              <a:ext cx="73958" cy="73958"/>
            </a:xfrm>
            <a:prstGeom prst="rect">
              <a:avLst/>
            </a:prstGeom>
          </p:spPr>
        </p:pic>
      </p:grpSp>
      <p:grpSp>
        <p:nvGrpSpPr>
          <p:cNvPr id="97" name="object 97"/>
          <p:cNvGrpSpPr/>
          <p:nvPr/>
        </p:nvGrpSpPr>
        <p:grpSpPr>
          <a:xfrm>
            <a:off x="5471025" y="3562910"/>
            <a:ext cx="135255" cy="130810"/>
            <a:chOff x="5471025" y="3562910"/>
            <a:chExt cx="135255" cy="130810"/>
          </a:xfrm>
        </p:grpSpPr>
        <p:pic>
          <p:nvPicPr>
            <p:cNvPr id="98" name="object 9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471025" y="3562910"/>
              <a:ext cx="135142" cy="130638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501639" y="3566115"/>
              <a:ext cx="73958" cy="73958"/>
            </a:xfrm>
            <a:prstGeom prst="rect">
              <a:avLst/>
            </a:prstGeom>
          </p:spPr>
        </p:pic>
      </p:grpSp>
      <p:grpSp>
        <p:nvGrpSpPr>
          <p:cNvPr id="100" name="object 100"/>
          <p:cNvGrpSpPr/>
          <p:nvPr/>
        </p:nvGrpSpPr>
        <p:grpSpPr>
          <a:xfrm>
            <a:off x="5594603" y="3642315"/>
            <a:ext cx="482600" cy="339725"/>
            <a:chOff x="5594603" y="3642315"/>
            <a:chExt cx="482600" cy="339725"/>
          </a:xfrm>
        </p:grpSpPr>
        <p:pic>
          <p:nvPicPr>
            <p:cNvPr id="101" name="object 10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661525" y="3709214"/>
              <a:ext cx="135142" cy="130638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762109" y="3777794"/>
              <a:ext cx="135142" cy="130638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865741" y="3841802"/>
              <a:ext cx="135142" cy="130638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594603" y="3642315"/>
              <a:ext cx="73958" cy="73958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692139" y="3712419"/>
              <a:ext cx="73958" cy="73958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792723" y="3780999"/>
              <a:ext cx="73958" cy="73958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896355" y="3845007"/>
              <a:ext cx="73958" cy="73958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003035" y="3907491"/>
              <a:ext cx="73958" cy="73958"/>
            </a:xfrm>
            <a:prstGeom prst="rect">
              <a:avLst/>
            </a:prstGeom>
          </p:spPr>
        </p:pic>
      </p:grpSp>
      <p:grpSp>
        <p:nvGrpSpPr>
          <p:cNvPr id="109" name="object 109"/>
          <p:cNvGrpSpPr/>
          <p:nvPr/>
        </p:nvGrpSpPr>
        <p:grpSpPr>
          <a:xfrm>
            <a:off x="6085197" y="3966770"/>
            <a:ext cx="854710" cy="407034"/>
            <a:chOff x="6085197" y="3966770"/>
            <a:chExt cx="854710" cy="407034"/>
          </a:xfrm>
        </p:grpSpPr>
        <p:pic>
          <p:nvPicPr>
            <p:cNvPr id="110" name="object 11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085197" y="3966770"/>
              <a:ext cx="135142" cy="130638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199497" y="4026206"/>
              <a:ext cx="135142" cy="130638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350373" y="4093262"/>
              <a:ext cx="135142" cy="130638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502773" y="4149650"/>
              <a:ext cx="135142" cy="130638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653649" y="4198418"/>
              <a:ext cx="135142" cy="130638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804525" y="4242614"/>
              <a:ext cx="135142" cy="130638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115812" y="3969975"/>
              <a:ext cx="73958" cy="73958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230112" y="4029411"/>
              <a:ext cx="73958" cy="73958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380988" y="4096467"/>
              <a:ext cx="73958" cy="73958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533388" y="4152855"/>
              <a:ext cx="73958" cy="73958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684264" y="4201623"/>
              <a:ext cx="73958" cy="73958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835140" y="4245819"/>
              <a:ext cx="73958" cy="73958"/>
            </a:xfrm>
            <a:prstGeom prst="rect">
              <a:avLst/>
            </a:prstGeom>
          </p:spPr>
        </p:pic>
      </p:grpSp>
      <p:grpSp>
        <p:nvGrpSpPr>
          <p:cNvPr id="122" name="object 122"/>
          <p:cNvGrpSpPr/>
          <p:nvPr/>
        </p:nvGrpSpPr>
        <p:grpSpPr>
          <a:xfrm>
            <a:off x="7257153" y="4350818"/>
            <a:ext cx="1040765" cy="283210"/>
            <a:chOff x="7257153" y="4350818"/>
            <a:chExt cx="1040765" cy="283210"/>
          </a:xfrm>
        </p:grpSpPr>
        <p:pic>
          <p:nvPicPr>
            <p:cNvPr id="123" name="object 12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257153" y="4350818"/>
              <a:ext cx="135142" cy="130638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408029" y="4381298"/>
              <a:ext cx="135142" cy="130638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558905" y="4408730"/>
              <a:ext cx="135142" cy="130638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709781" y="4434638"/>
              <a:ext cx="135142" cy="130638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860657" y="4459022"/>
              <a:ext cx="135142" cy="130638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011533" y="4481882"/>
              <a:ext cx="135142" cy="130638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162409" y="4503218"/>
              <a:ext cx="135142" cy="130638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287767" y="4354023"/>
              <a:ext cx="73958" cy="73958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438643" y="4384503"/>
              <a:ext cx="73958" cy="73958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589519" y="4411935"/>
              <a:ext cx="73958" cy="73958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740395" y="4437843"/>
              <a:ext cx="73958" cy="73958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891271" y="4462227"/>
              <a:ext cx="73958" cy="73958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042147" y="4485087"/>
              <a:ext cx="73958" cy="73958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193023" y="4506423"/>
              <a:ext cx="73958" cy="73958"/>
            </a:xfrm>
            <a:prstGeom prst="rect">
              <a:avLst/>
            </a:prstGeom>
          </p:spPr>
        </p:pic>
      </p:grpSp>
      <p:grpSp>
        <p:nvGrpSpPr>
          <p:cNvPr id="137" name="object 137"/>
          <p:cNvGrpSpPr/>
          <p:nvPr/>
        </p:nvGrpSpPr>
        <p:grpSpPr>
          <a:xfrm>
            <a:off x="8465685" y="4541318"/>
            <a:ext cx="1191895" cy="233045"/>
            <a:chOff x="8465685" y="4541318"/>
            <a:chExt cx="1191895" cy="233045"/>
          </a:xfrm>
        </p:grpSpPr>
        <p:pic>
          <p:nvPicPr>
            <p:cNvPr id="138" name="object 13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465685" y="4541318"/>
              <a:ext cx="135142" cy="130638"/>
            </a:xfrm>
            <a:prstGeom prst="rect">
              <a:avLst/>
            </a:prstGeom>
          </p:spPr>
        </p:pic>
        <p:pic>
          <p:nvPicPr>
            <p:cNvPr id="139" name="object 13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616561" y="4558082"/>
              <a:ext cx="135142" cy="130638"/>
            </a:xfrm>
            <a:prstGeom prst="rect">
              <a:avLst/>
            </a:prstGeom>
          </p:spPr>
        </p:pic>
        <p:pic>
          <p:nvPicPr>
            <p:cNvPr id="140" name="object 14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767437" y="4574846"/>
              <a:ext cx="135142" cy="130638"/>
            </a:xfrm>
            <a:prstGeom prst="rect">
              <a:avLst/>
            </a:prstGeom>
          </p:spPr>
        </p:pic>
        <p:pic>
          <p:nvPicPr>
            <p:cNvPr id="141" name="object 14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918313" y="4590086"/>
              <a:ext cx="135142" cy="130638"/>
            </a:xfrm>
            <a:prstGeom prst="rect">
              <a:avLst/>
            </a:prstGeom>
          </p:spPr>
        </p:pic>
        <p:pic>
          <p:nvPicPr>
            <p:cNvPr id="142" name="object 14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069189" y="4603802"/>
              <a:ext cx="135142" cy="130638"/>
            </a:xfrm>
            <a:prstGeom prst="rect">
              <a:avLst/>
            </a:prstGeom>
          </p:spPr>
        </p:pic>
        <p:pic>
          <p:nvPicPr>
            <p:cNvPr id="143" name="object 14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220065" y="4617518"/>
              <a:ext cx="135142" cy="130638"/>
            </a:xfrm>
            <a:prstGeom prst="rect">
              <a:avLst/>
            </a:prstGeom>
          </p:spPr>
        </p:pic>
        <p:pic>
          <p:nvPicPr>
            <p:cNvPr id="144" name="object 14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370941" y="4631234"/>
              <a:ext cx="135142" cy="130638"/>
            </a:xfrm>
            <a:prstGeom prst="rect">
              <a:avLst/>
            </a:prstGeom>
          </p:spPr>
        </p:pic>
        <p:pic>
          <p:nvPicPr>
            <p:cNvPr id="145" name="object 14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521817" y="4643426"/>
              <a:ext cx="135142" cy="130638"/>
            </a:xfrm>
            <a:prstGeom prst="rect">
              <a:avLst/>
            </a:prstGeom>
          </p:spPr>
        </p:pic>
        <p:pic>
          <p:nvPicPr>
            <p:cNvPr id="146" name="object 14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496300" y="4544523"/>
              <a:ext cx="73958" cy="73958"/>
            </a:xfrm>
            <a:prstGeom prst="rect">
              <a:avLst/>
            </a:prstGeom>
          </p:spPr>
        </p:pic>
        <p:pic>
          <p:nvPicPr>
            <p:cNvPr id="147" name="object 14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647176" y="4561287"/>
              <a:ext cx="73958" cy="73958"/>
            </a:xfrm>
            <a:prstGeom prst="rect">
              <a:avLst/>
            </a:prstGeom>
          </p:spPr>
        </p:pic>
        <p:pic>
          <p:nvPicPr>
            <p:cNvPr id="148" name="object 14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798052" y="4578051"/>
              <a:ext cx="73958" cy="73958"/>
            </a:xfrm>
            <a:prstGeom prst="rect">
              <a:avLst/>
            </a:prstGeom>
          </p:spPr>
        </p:pic>
        <p:pic>
          <p:nvPicPr>
            <p:cNvPr id="149" name="object 149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948928" y="4593291"/>
              <a:ext cx="73958" cy="73958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099804" y="4607007"/>
              <a:ext cx="73958" cy="73958"/>
            </a:xfrm>
            <a:prstGeom prst="rect">
              <a:avLst/>
            </a:prstGeom>
          </p:spPr>
        </p:pic>
        <p:pic>
          <p:nvPicPr>
            <p:cNvPr id="151" name="object 15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250680" y="4620723"/>
              <a:ext cx="73958" cy="73958"/>
            </a:xfrm>
            <a:prstGeom prst="rect">
              <a:avLst/>
            </a:prstGeom>
          </p:spPr>
        </p:pic>
        <p:pic>
          <p:nvPicPr>
            <p:cNvPr id="152" name="object 15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401556" y="4634439"/>
              <a:ext cx="73958" cy="73958"/>
            </a:xfrm>
            <a:prstGeom prst="rect">
              <a:avLst/>
            </a:prstGeom>
          </p:spPr>
        </p:pic>
        <p:pic>
          <p:nvPicPr>
            <p:cNvPr id="153" name="object 15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552432" y="4646631"/>
              <a:ext cx="73958" cy="73958"/>
            </a:xfrm>
            <a:prstGeom prst="rect">
              <a:avLst/>
            </a:prstGeom>
          </p:spPr>
        </p:pic>
      </p:grpSp>
      <p:grpSp>
        <p:nvGrpSpPr>
          <p:cNvPr id="154" name="object 154"/>
          <p:cNvGrpSpPr/>
          <p:nvPr/>
        </p:nvGrpSpPr>
        <p:grpSpPr>
          <a:xfrm>
            <a:off x="2996183" y="3038811"/>
            <a:ext cx="1205230" cy="77470"/>
            <a:chOff x="2996183" y="3038811"/>
            <a:chExt cx="1205230" cy="77470"/>
          </a:xfrm>
        </p:grpSpPr>
        <p:pic>
          <p:nvPicPr>
            <p:cNvPr id="155" name="object 15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996183" y="3038811"/>
              <a:ext cx="89198" cy="73958"/>
            </a:xfrm>
            <a:prstGeom prst="rect">
              <a:avLst/>
            </a:prstGeom>
          </p:spPr>
        </p:pic>
        <p:pic>
          <p:nvPicPr>
            <p:cNvPr id="156" name="object 15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017519" y="3038811"/>
              <a:ext cx="86150" cy="73958"/>
            </a:xfrm>
            <a:prstGeom prst="rect">
              <a:avLst/>
            </a:prstGeom>
          </p:spPr>
        </p:pic>
        <p:pic>
          <p:nvPicPr>
            <p:cNvPr id="157" name="object 157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037331" y="3038811"/>
              <a:ext cx="87674" cy="73958"/>
            </a:xfrm>
            <a:prstGeom prst="rect">
              <a:avLst/>
            </a:prstGeom>
          </p:spPr>
        </p:pic>
        <p:pic>
          <p:nvPicPr>
            <p:cNvPr id="158" name="object 158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057143" y="3038811"/>
              <a:ext cx="89198" cy="73958"/>
            </a:xfrm>
            <a:prstGeom prst="rect">
              <a:avLst/>
            </a:prstGeom>
          </p:spPr>
        </p:pic>
        <p:pic>
          <p:nvPicPr>
            <p:cNvPr id="159" name="object 159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080003" y="3038811"/>
              <a:ext cx="90722" cy="73958"/>
            </a:xfrm>
            <a:prstGeom prst="rect">
              <a:avLst/>
            </a:prstGeom>
          </p:spPr>
        </p:pic>
        <p:pic>
          <p:nvPicPr>
            <p:cNvPr id="160" name="object 160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105911" y="3038811"/>
              <a:ext cx="83102" cy="73958"/>
            </a:xfrm>
            <a:prstGeom prst="rect">
              <a:avLst/>
            </a:prstGeom>
          </p:spPr>
        </p:pic>
        <p:pic>
          <p:nvPicPr>
            <p:cNvPr id="161" name="object 161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125723" y="3038811"/>
              <a:ext cx="83102" cy="73958"/>
            </a:xfrm>
            <a:prstGeom prst="rect">
              <a:avLst/>
            </a:prstGeom>
          </p:spPr>
        </p:pic>
        <p:pic>
          <p:nvPicPr>
            <p:cNvPr id="162" name="object 162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145535" y="3038811"/>
              <a:ext cx="84626" cy="73958"/>
            </a:xfrm>
            <a:prstGeom prst="rect">
              <a:avLst/>
            </a:prstGeom>
          </p:spPr>
        </p:pic>
        <p:pic>
          <p:nvPicPr>
            <p:cNvPr id="163" name="object 163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166871" y="3038811"/>
              <a:ext cx="84626" cy="73958"/>
            </a:xfrm>
            <a:prstGeom prst="rect">
              <a:avLst/>
            </a:prstGeom>
          </p:spPr>
        </p:pic>
        <p:pic>
          <p:nvPicPr>
            <p:cNvPr id="164" name="object 164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189731" y="3038811"/>
              <a:ext cx="86150" cy="73958"/>
            </a:xfrm>
            <a:prstGeom prst="rect">
              <a:avLst/>
            </a:prstGeom>
          </p:spPr>
        </p:pic>
        <p:pic>
          <p:nvPicPr>
            <p:cNvPr id="165" name="object 165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214115" y="3038811"/>
              <a:ext cx="86150" cy="73958"/>
            </a:xfrm>
            <a:prstGeom prst="rect">
              <a:avLst/>
            </a:prstGeom>
          </p:spPr>
        </p:pic>
        <p:pic>
          <p:nvPicPr>
            <p:cNvPr id="166" name="object 166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240023" y="3040335"/>
              <a:ext cx="87674" cy="73958"/>
            </a:xfrm>
            <a:prstGeom prst="rect">
              <a:avLst/>
            </a:prstGeom>
          </p:spPr>
        </p:pic>
        <p:pic>
          <p:nvPicPr>
            <p:cNvPr id="167" name="object 167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268979" y="3040335"/>
              <a:ext cx="89198" cy="73958"/>
            </a:xfrm>
            <a:prstGeom prst="rect">
              <a:avLst/>
            </a:prstGeom>
          </p:spPr>
        </p:pic>
        <p:pic>
          <p:nvPicPr>
            <p:cNvPr id="168" name="object 168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299459" y="3040335"/>
              <a:ext cx="89198" cy="73958"/>
            </a:xfrm>
            <a:prstGeom prst="rect">
              <a:avLst/>
            </a:prstGeom>
          </p:spPr>
        </p:pic>
        <p:pic>
          <p:nvPicPr>
            <p:cNvPr id="169" name="object 169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331463" y="3040335"/>
              <a:ext cx="90722" cy="73958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366515" y="3040335"/>
              <a:ext cx="92246" cy="73958"/>
            </a:xfrm>
            <a:prstGeom prst="rect">
              <a:avLst/>
            </a:prstGeom>
          </p:spPr>
        </p:pic>
        <p:pic>
          <p:nvPicPr>
            <p:cNvPr id="171" name="object 17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403091" y="3040335"/>
              <a:ext cx="73958" cy="73958"/>
            </a:xfrm>
            <a:prstGeom prst="rect">
              <a:avLst/>
            </a:prstGeom>
          </p:spPr>
        </p:pic>
        <p:pic>
          <p:nvPicPr>
            <p:cNvPr id="172" name="object 17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422903" y="3040335"/>
              <a:ext cx="73958" cy="73958"/>
            </a:xfrm>
            <a:prstGeom prst="rect">
              <a:avLst/>
            </a:prstGeom>
          </p:spPr>
        </p:pic>
        <p:pic>
          <p:nvPicPr>
            <p:cNvPr id="173" name="object 17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444239" y="3040335"/>
              <a:ext cx="73958" cy="73958"/>
            </a:xfrm>
            <a:prstGeom prst="rect">
              <a:avLst/>
            </a:prstGeom>
          </p:spPr>
        </p:pic>
        <p:pic>
          <p:nvPicPr>
            <p:cNvPr id="174" name="object 17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464051" y="3040335"/>
              <a:ext cx="73958" cy="73958"/>
            </a:xfrm>
            <a:prstGeom prst="rect">
              <a:avLst/>
            </a:prstGeom>
          </p:spPr>
        </p:pic>
        <p:pic>
          <p:nvPicPr>
            <p:cNvPr id="175" name="object 17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486911" y="3040335"/>
              <a:ext cx="73958" cy="73958"/>
            </a:xfrm>
            <a:prstGeom prst="rect">
              <a:avLst/>
            </a:prstGeom>
          </p:spPr>
        </p:pic>
        <p:pic>
          <p:nvPicPr>
            <p:cNvPr id="176" name="object 17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509771" y="3040335"/>
              <a:ext cx="73958" cy="73958"/>
            </a:xfrm>
            <a:prstGeom prst="rect">
              <a:avLst/>
            </a:prstGeom>
          </p:spPr>
        </p:pic>
        <p:pic>
          <p:nvPicPr>
            <p:cNvPr id="177" name="object 17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532631" y="3040335"/>
              <a:ext cx="73958" cy="73958"/>
            </a:xfrm>
            <a:prstGeom prst="rect">
              <a:avLst/>
            </a:prstGeom>
          </p:spPr>
        </p:pic>
        <p:pic>
          <p:nvPicPr>
            <p:cNvPr id="178" name="object 17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557015" y="3041859"/>
              <a:ext cx="73958" cy="73958"/>
            </a:xfrm>
            <a:prstGeom prst="rect">
              <a:avLst/>
            </a:prstGeom>
          </p:spPr>
        </p:pic>
        <p:pic>
          <p:nvPicPr>
            <p:cNvPr id="179" name="object 179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581400" y="3041859"/>
              <a:ext cx="73958" cy="73958"/>
            </a:xfrm>
            <a:prstGeom prst="rect">
              <a:avLst/>
            </a:prstGeom>
          </p:spPr>
        </p:pic>
        <p:pic>
          <p:nvPicPr>
            <p:cNvPr id="180" name="object 18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607307" y="3041859"/>
              <a:ext cx="73958" cy="73958"/>
            </a:xfrm>
            <a:prstGeom prst="rect">
              <a:avLst/>
            </a:prstGeom>
          </p:spPr>
        </p:pic>
        <p:pic>
          <p:nvPicPr>
            <p:cNvPr id="181" name="object 18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634739" y="3041859"/>
              <a:ext cx="73958" cy="73958"/>
            </a:xfrm>
            <a:prstGeom prst="rect">
              <a:avLst/>
            </a:prstGeom>
          </p:spPr>
        </p:pic>
        <p:pic>
          <p:nvPicPr>
            <p:cNvPr id="182" name="object 18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662171" y="3041859"/>
              <a:ext cx="73958" cy="73958"/>
            </a:xfrm>
            <a:prstGeom prst="rect">
              <a:avLst/>
            </a:prstGeom>
          </p:spPr>
        </p:pic>
        <p:pic>
          <p:nvPicPr>
            <p:cNvPr id="183" name="object 18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691127" y="3041859"/>
              <a:ext cx="73958" cy="73958"/>
            </a:xfrm>
            <a:prstGeom prst="rect">
              <a:avLst/>
            </a:prstGeom>
          </p:spPr>
        </p:pic>
        <p:pic>
          <p:nvPicPr>
            <p:cNvPr id="184" name="object 18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721607" y="3041859"/>
              <a:ext cx="73958" cy="73958"/>
            </a:xfrm>
            <a:prstGeom prst="rect">
              <a:avLst/>
            </a:prstGeom>
          </p:spPr>
        </p:pic>
        <p:pic>
          <p:nvPicPr>
            <p:cNvPr id="185" name="object 18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752087" y="3041859"/>
              <a:ext cx="73958" cy="73958"/>
            </a:xfrm>
            <a:prstGeom prst="rect">
              <a:avLst/>
            </a:prstGeom>
          </p:spPr>
        </p:pic>
        <p:pic>
          <p:nvPicPr>
            <p:cNvPr id="186" name="object 18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784091" y="3041859"/>
              <a:ext cx="73958" cy="73958"/>
            </a:xfrm>
            <a:prstGeom prst="rect">
              <a:avLst/>
            </a:prstGeom>
          </p:spPr>
        </p:pic>
        <p:pic>
          <p:nvPicPr>
            <p:cNvPr id="187" name="object 18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817619" y="3041859"/>
              <a:ext cx="73958" cy="73958"/>
            </a:xfrm>
            <a:prstGeom prst="rect">
              <a:avLst/>
            </a:prstGeom>
          </p:spPr>
        </p:pic>
        <p:pic>
          <p:nvPicPr>
            <p:cNvPr id="188" name="object 18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851147" y="3041859"/>
              <a:ext cx="73958" cy="73958"/>
            </a:xfrm>
            <a:prstGeom prst="rect">
              <a:avLst/>
            </a:prstGeom>
          </p:spPr>
        </p:pic>
        <p:pic>
          <p:nvPicPr>
            <p:cNvPr id="189" name="object 189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886200" y="3041859"/>
              <a:ext cx="314750" cy="73958"/>
            </a:xfrm>
            <a:prstGeom prst="rect">
              <a:avLst/>
            </a:prstGeom>
          </p:spPr>
        </p:pic>
      </p:grpSp>
      <p:grpSp>
        <p:nvGrpSpPr>
          <p:cNvPr id="190" name="object 190"/>
          <p:cNvGrpSpPr/>
          <p:nvPr/>
        </p:nvGrpSpPr>
        <p:grpSpPr>
          <a:xfrm>
            <a:off x="4722876" y="3044907"/>
            <a:ext cx="280035" cy="95885"/>
            <a:chOff x="4722876" y="3044907"/>
            <a:chExt cx="280035" cy="95885"/>
          </a:xfrm>
        </p:grpSpPr>
        <p:pic>
          <p:nvPicPr>
            <p:cNvPr id="191" name="object 19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722876" y="3044907"/>
              <a:ext cx="73958" cy="73958"/>
            </a:xfrm>
            <a:prstGeom prst="rect">
              <a:avLst/>
            </a:prstGeom>
          </p:spPr>
        </p:pic>
        <p:pic>
          <p:nvPicPr>
            <p:cNvPr id="192" name="object 19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788408" y="3046431"/>
              <a:ext cx="73958" cy="73958"/>
            </a:xfrm>
            <a:prstGeom prst="rect">
              <a:avLst/>
            </a:prstGeom>
          </p:spPr>
        </p:pic>
        <p:pic>
          <p:nvPicPr>
            <p:cNvPr id="193" name="object 19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856988" y="3051003"/>
              <a:ext cx="73958" cy="73958"/>
            </a:xfrm>
            <a:prstGeom prst="rect">
              <a:avLst/>
            </a:prstGeom>
          </p:spPr>
        </p:pic>
        <p:pic>
          <p:nvPicPr>
            <p:cNvPr id="194" name="object 19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928616" y="3066243"/>
              <a:ext cx="73958" cy="73958"/>
            </a:xfrm>
            <a:prstGeom prst="rect">
              <a:avLst/>
            </a:prstGeom>
          </p:spPr>
        </p:pic>
      </p:grpSp>
      <p:pic>
        <p:nvPicPr>
          <p:cNvPr id="195" name="object 195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6986016" y="4285443"/>
            <a:ext cx="73958" cy="73958"/>
          </a:xfrm>
          <a:prstGeom prst="rect">
            <a:avLst/>
          </a:prstGeom>
        </p:spPr>
      </p:pic>
      <p:pic>
        <p:nvPicPr>
          <p:cNvPr id="196" name="object 196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7136892" y="4322019"/>
            <a:ext cx="73958" cy="73958"/>
          </a:xfrm>
          <a:prstGeom prst="rect">
            <a:avLst/>
          </a:prstGeom>
        </p:spPr>
      </p:pic>
      <p:pic>
        <p:nvPicPr>
          <p:cNvPr id="197" name="object 197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8345423" y="4526235"/>
            <a:ext cx="73958" cy="73958"/>
          </a:xfrm>
          <a:prstGeom prst="rect">
            <a:avLst/>
          </a:prstGeom>
        </p:spPr>
      </p:pic>
      <p:sp>
        <p:nvSpPr>
          <p:cNvPr id="198" name="object 198"/>
          <p:cNvSpPr txBox="1"/>
          <p:nvPr/>
        </p:nvSpPr>
        <p:spPr>
          <a:xfrm>
            <a:off x="2622550" y="2598801"/>
            <a:ext cx="170815" cy="2676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44536A"/>
                </a:solidFill>
                <a:latin typeface="Calibri"/>
                <a:cs typeface="Calibri"/>
              </a:rPr>
              <a:t>1.2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9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900" spc="-50" dirty="0">
                <a:solidFill>
                  <a:srgbClr val="44536A"/>
                </a:solidFill>
                <a:latin typeface="Calibri"/>
                <a:cs typeface="Calibri"/>
              </a:rPr>
              <a:t>1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9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900" spc="-25" dirty="0">
                <a:solidFill>
                  <a:srgbClr val="44536A"/>
                </a:solidFill>
                <a:latin typeface="Calibri"/>
                <a:cs typeface="Calibri"/>
              </a:rPr>
              <a:t>0.8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9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900" spc="-25" dirty="0">
                <a:solidFill>
                  <a:srgbClr val="44536A"/>
                </a:solidFill>
                <a:latin typeface="Calibri"/>
                <a:cs typeface="Calibri"/>
              </a:rPr>
              <a:t>0.6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9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900" spc="-25" dirty="0">
                <a:solidFill>
                  <a:srgbClr val="44536A"/>
                </a:solidFill>
                <a:latin typeface="Calibri"/>
                <a:cs typeface="Calibri"/>
              </a:rPr>
              <a:t>0.4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9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900" spc="-25" dirty="0">
                <a:solidFill>
                  <a:srgbClr val="44536A"/>
                </a:solidFill>
                <a:latin typeface="Calibri"/>
                <a:cs typeface="Calibri"/>
              </a:rPr>
              <a:t>0.2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9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900" spc="-50" dirty="0">
                <a:solidFill>
                  <a:srgbClr val="44536A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99" name="object 199"/>
          <p:cNvSpPr txBox="1"/>
          <p:nvPr/>
        </p:nvSpPr>
        <p:spPr>
          <a:xfrm>
            <a:off x="2844545" y="5260975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44536A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00" name="object 200"/>
          <p:cNvSpPr txBox="1"/>
          <p:nvPr/>
        </p:nvSpPr>
        <p:spPr>
          <a:xfrm>
            <a:off x="4211192" y="5260975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44536A"/>
                </a:solidFill>
                <a:latin typeface="Calibri"/>
                <a:cs typeface="Calibri"/>
              </a:rPr>
              <a:t>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01" name="object 201"/>
          <p:cNvSpPr txBox="1"/>
          <p:nvPr/>
        </p:nvSpPr>
        <p:spPr>
          <a:xfrm>
            <a:off x="5549265" y="526097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44536A"/>
                </a:solidFill>
                <a:latin typeface="Calibri"/>
                <a:cs typeface="Calibri"/>
              </a:rPr>
              <a:t>10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02" name="object 202"/>
          <p:cNvSpPr txBox="1"/>
          <p:nvPr/>
        </p:nvSpPr>
        <p:spPr>
          <a:xfrm>
            <a:off x="6916039" y="526097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44536A"/>
                </a:solidFill>
                <a:latin typeface="Calibri"/>
                <a:cs typeface="Calibri"/>
              </a:rPr>
              <a:t>15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03" name="object 203"/>
          <p:cNvSpPr txBox="1"/>
          <p:nvPr/>
        </p:nvSpPr>
        <p:spPr>
          <a:xfrm>
            <a:off x="8283067" y="526097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44536A"/>
                </a:solidFill>
                <a:latin typeface="Calibri"/>
                <a:cs typeface="Calibri"/>
              </a:rPr>
              <a:t>20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04" name="object 204"/>
          <p:cNvSpPr txBox="1"/>
          <p:nvPr/>
        </p:nvSpPr>
        <p:spPr>
          <a:xfrm>
            <a:off x="9649714" y="526097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44536A"/>
                </a:solidFill>
                <a:latin typeface="Calibri"/>
                <a:cs typeface="Calibri"/>
              </a:rPr>
              <a:t>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05" name="object 205"/>
          <p:cNvSpPr txBox="1"/>
          <p:nvPr/>
        </p:nvSpPr>
        <p:spPr>
          <a:xfrm>
            <a:off x="2467736" y="3839377"/>
            <a:ext cx="139700" cy="2235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b="1" spc="-25" dirty="0">
                <a:solidFill>
                  <a:srgbClr val="44536A"/>
                </a:solidFill>
                <a:latin typeface="Calibri"/>
                <a:cs typeface="Calibri"/>
              </a:rPr>
              <a:t>U/U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06" name="object 206"/>
          <p:cNvSpPr txBox="1"/>
          <p:nvPr/>
        </p:nvSpPr>
        <p:spPr>
          <a:xfrm>
            <a:off x="6198234" y="5438394"/>
            <a:ext cx="20827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44536A"/>
                </a:solidFill>
                <a:latin typeface="Calibri"/>
                <a:cs typeface="Calibri"/>
              </a:rPr>
              <a:t>X/D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07" name="object 207"/>
          <p:cNvSpPr txBox="1"/>
          <p:nvPr/>
        </p:nvSpPr>
        <p:spPr>
          <a:xfrm>
            <a:off x="4808601" y="2017013"/>
            <a:ext cx="2596515" cy="5175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76200" marR="5080" indent="-64135">
              <a:lnSpc>
                <a:spcPct val="101899"/>
              </a:lnSpc>
              <a:spcBef>
                <a:spcPts val="60"/>
              </a:spcBef>
            </a:pPr>
            <a:r>
              <a:rPr sz="1600" b="1" dirty="0">
                <a:solidFill>
                  <a:srgbClr val="44536A"/>
                </a:solidFill>
                <a:latin typeface="Calibri"/>
                <a:cs typeface="Calibri"/>
              </a:rPr>
              <a:t>Axial</a:t>
            </a:r>
            <a:r>
              <a:rPr sz="1600" b="1" spc="-2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44536A"/>
                </a:solidFill>
                <a:latin typeface="Calibri"/>
                <a:cs typeface="Calibri"/>
              </a:rPr>
              <a:t>velocity</a:t>
            </a:r>
            <a:r>
              <a:rPr sz="1600" b="1" spc="-1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44536A"/>
                </a:solidFill>
                <a:latin typeface="Calibri"/>
                <a:cs typeface="Calibri"/>
              </a:rPr>
              <a:t>vs</a:t>
            </a:r>
            <a:r>
              <a:rPr sz="1600" b="1" spc="-2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44536A"/>
                </a:solidFill>
                <a:latin typeface="Calibri"/>
                <a:cs typeface="Calibri"/>
              </a:rPr>
              <a:t>Axial</a:t>
            </a:r>
            <a:r>
              <a:rPr sz="1600" b="1" spc="-2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44536A"/>
                </a:solidFill>
                <a:latin typeface="Calibri"/>
                <a:cs typeface="Calibri"/>
              </a:rPr>
              <a:t>Distance </a:t>
            </a:r>
            <a:r>
              <a:rPr sz="1600" b="1" dirty="0">
                <a:solidFill>
                  <a:srgbClr val="44536A"/>
                </a:solidFill>
                <a:latin typeface="Calibri"/>
                <a:cs typeface="Calibri"/>
              </a:rPr>
              <a:t>With</a:t>
            </a:r>
            <a:r>
              <a:rPr sz="1600" b="1" spc="-6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44536A"/>
                </a:solidFill>
                <a:latin typeface="Calibri"/>
                <a:cs typeface="Calibri"/>
              </a:rPr>
              <a:t>two</a:t>
            </a:r>
            <a:r>
              <a:rPr sz="1600" b="1" spc="-4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44536A"/>
                </a:solidFill>
                <a:latin typeface="Calibri"/>
                <a:cs typeface="Calibri"/>
              </a:rPr>
              <a:t>Turbulence</a:t>
            </a:r>
            <a:r>
              <a:rPr sz="1600" b="1" spc="-2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44536A"/>
                </a:solidFill>
                <a:latin typeface="Calibri"/>
                <a:cs typeface="Calibri"/>
              </a:rPr>
              <a:t>Models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08" name="object 208"/>
          <p:cNvSpPr/>
          <p:nvPr/>
        </p:nvSpPr>
        <p:spPr>
          <a:xfrm>
            <a:off x="4423536" y="5861558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952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 txBox="1"/>
          <p:nvPr/>
        </p:nvSpPr>
        <p:spPr>
          <a:xfrm>
            <a:off x="4680965" y="5767832"/>
            <a:ext cx="9264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4536A"/>
                </a:solidFill>
                <a:latin typeface="Calibri"/>
                <a:cs typeface="Calibri"/>
              </a:rPr>
              <a:t>NASA</a:t>
            </a:r>
            <a:r>
              <a:rPr sz="900" spc="-10" dirty="0">
                <a:solidFill>
                  <a:srgbClr val="44536A"/>
                </a:solidFill>
                <a:latin typeface="Calibri"/>
                <a:cs typeface="Calibri"/>
              </a:rPr>
              <a:t> experimental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10" name="object 210"/>
          <p:cNvSpPr/>
          <p:nvPr/>
        </p:nvSpPr>
        <p:spPr>
          <a:xfrm>
            <a:off x="5812535" y="5861558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9525">
            <a:solidFill>
              <a:srgbClr val="6FAC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 txBox="1"/>
          <p:nvPr/>
        </p:nvSpPr>
        <p:spPr>
          <a:xfrm>
            <a:off x="6070219" y="5767832"/>
            <a:ext cx="6508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4536A"/>
                </a:solidFill>
                <a:latin typeface="Calibri"/>
                <a:cs typeface="Calibri"/>
              </a:rPr>
              <a:t>SA</a:t>
            </a:r>
            <a:r>
              <a:rPr sz="900" spc="-1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4536A"/>
                </a:solidFill>
                <a:latin typeface="Calibri"/>
                <a:cs typeface="Calibri"/>
              </a:rPr>
              <a:t>Fine</a:t>
            </a:r>
            <a:r>
              <a:rPr sz="900" spc="-2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44536A"/>
                </a:solidFill>
                <a:latin typeface="Calibri"/>
                <a:cs typeface="Calibri"/>
              </a:rPr>
              <a:t>Mesh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12" name="object 212"/>
          <p:cNvGrpSpPr/>
          <p:nvPr/>
        </p:nvGrpSpPr>
        <p:grpSpPr>
          <a:xfrm>
            <a:off x="6984301" y="5824537"/>
            <a:ext cx="73660" cy="73660"/>
            <a:chOff x="6984301" y="5824537"/>
            <a:chExt cx="73660" cy="73660"/>
          </a:xfrm>
        </p:grpSpPr>
        <p:pic>
          <p:nvPicPr>
            <p:cNvPr id="213" name="object 213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6989064" y="5829300"/>
              <a:ext cx="64007" cy="64008"/>
            </a:xfrm>
            <a:prstGeom prst="rect">
              <a:avLst/>
            </a:prstGeom>
          </p:spPr>
        </p:pic>
        <p:pic>
          <p:nvPicPr>
            <p:cNvPr id="214" name="object 214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984301" y="5824537"/>
              <a:ext cx="73532" cy="73533"/>
            </a:xfrm>
            <a:prstGeom prst="rect">
              <a:avLst/>
            </a:prstGeom>
          </p:spPr>
        </p:pic>
      </p:grpSp>
      <p:sp>
        <p:nvSpPr>
          <p:cNvPr id="215" name="object 215"/>
          <p:cNvSpPr txBox="1"/>
          <p:nvPr/>
        </p:nvSpPr>
        <p:spPr>
          <a:xfrm>
            <a:off x="7157466" y="5767832"/>
            <a:ext cx="6934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4536A"/>
                </a:solidFill>
                <a:latin typeface="Calibri"/>
                <a:cs typeface="Calibri"/>
              </a:rPr>
              <a:t>SST</a:t>
            </a:r>
            <a:r>
              <a:rPr sz="900" spc="-2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4536A"/>
                </a:solidFill>
                <a:latin typeface="Calibri"/>
                <a:cs typeface="Calibri"/>
              </a:rPr>
              <a:t>Fine</a:t>
            </a:r>
            <a:r>
              <a:rPr sz="900" spc="-1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44536A"/>
                </a:solidFill>
                <a:latin typeface="Calibri"/>
                <a:cs typeface="Calibri"/>
              </a:rPr>
              <a:t>Mesh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16" name="TextBox 215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Calibri"/>
              </a:defRPr>
            </a:pPr>
            <a:r>
              <a:t>CFD Study of Compressible Flow in ARN2 Nozzle  |  Prashant Kamble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Calibri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latin typeface="Calibri"/>
              </a:defRPr>
            </a:pPr>
            <a:r>
              <a:t>Turbulence Model Predictive Comparison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600" y="1752600"/>
            <a:ext cx="9960609" cy="3047999"/>
          </a:xfrm>
        </p:spPr>
        <p:txBody>
          <a:bodyPr/>
          <a:lstStyle/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 dirty="0">
                <a:latin typeface="Calibri"/>
              </a:rPr>
              <a:t>Jet Core Agreement: </a:t>
            </a:r>
            <a:r>
              <a:rPr sz="2000" b="0" dirty="0">
                <a:latin typeface="Calibri"/>
              </a:rPr>
              <a:t>Both SA and SST models capture the potential core length and initial jet development accurately up to X/</a:t>
            </a:r>
            <a:r>
              <a:rPr sz="2000" b="0" dirty="0" err="1">
                <a:latin typeface="Calibri"/>
              </a:rPr>
              <a:t>Dj</a:t>
            </a:r>
            <a:r>
              <a:rPr sz="2000" b="0" dirty="0">
                <a:latin typeface="Calibri"/>
              </a:rPr>
              <a:t> ≈ 5.0 (errors under 2.2%).</a:t>
            </a:r>
          </a:p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 dirty="0">
                <a:latin typeface="Calibri"/>
              </a:rPr>
              <a:t>SST Mixing Performance: </a:t>
            </a:r>
            <a:r>
              <a:rPr sz="2000" b="0" dirty="0">
                <a:latin typeface="Calibri"/>
              </a:rPr>
              <a:t>The SST k-ω model captures shear layer mixing and jet dissipation downstream with a Mean Absolute Percentage Error (MAPE) of 12.06% and a max error of 21.22%.</a:t>
            </a:r>
          </a:p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 dirty="0">
                <a:latin typeface="Calibri"/>
              </a:rPr>
              <a:t>SA Mixing Limitations: </a:t>
            </a:r>
            <a:r>
              <a:rPr sz="2000" b="0" dirty="0">
                <a:latin typeface="Calibri"/>
              </a:rPr>
              <a:t>The SA model overpredicts jet decay downstream, underpredicting centerline velocity with an overall MAPE of 27.00% and a max error of 48.57% at X/</a:t>
            </a:r>
            <a:r>
              <a:rPr sz="2000" b="0" dirty="0" err="1">
                <a:latin typeface="Calibri"/>
              </a:rPr>
              <a:t>Dj</a:t>
            </a:r>
            <a:r>
              <a:rPr sz="2000" b="0" dirty="0">
                <a:latin typeface="Calibri"/>
              </a:rPr>
              <a:t> = 25.0.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Calibri"/>
              </a:defRPr>
            </a:pPr>
            <a:r>
              <a:t>CFD Study of Compressible Flow in ARN2 Nozzle  |  Prashant Kamble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Calibri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Validation</a:t>
            </a:r>
            <a:r>
              <a:rPr spc="-40" dirty="0"/>
              <a:t> </a:t>
            </a:r>
            <a:r>
              <a:rPr dirty="0"/>
              <a:t>–</a:t>
            </a:r>
            <a:r>
              <a:rPr spc="-100" dirty="0"/>
              <a:t> </a:t>
            </a:r>
            <a:r>
              <a:rPr spc="-10" dirty="0"/>
              <a:t>Velocity</a:t>
            </a:r>
            <a:r>
              <a:rPr spc="-65" dirty="0"/>
              <a:t> </a:t>
            </a:r>
            <a:r>
              <a:rPr dirty="0"/>
              <a:t>along</a:t>
            </a:r>
            <a:r>
              <a:rPr spc="-80" dirty="0"/>
              <a:t> </a:t>
            </a:r>
            <a:r>
              <a:rPr dirty="0"/>
              <a:t>Y</a:t>
            </a:r>
            <a:r>
              <a:rPr spc="-90" dirty="0"/>
              <a:t> </a:t>
            </a:r>
            <a:r>
              <a:rPr dirty="0"/>
              <a:t>direction</a:t>
            </a:r>
            <a:r>
              <a:rPr spc="-70" dirty="0"/>
              <a:t> </a:t>
            </a:r>
            <a:r>
              <a:rPr dirty="0"/>
              <a:t>at</a:t>
            </a:r>
            <a:r>
              <a:rPr spc="-85" dirty="0"/>
              <a:t> </a:t>
            </a:r>
            <a:r>
              <a:rPr dirty="0"/>
              <a:t>X/Dj</a:t>
            </a:r>
            <a:r>
              <a:rPr spc="-95" dirty="0"/>
              <a:t> </a:t>
            </a:r>
            <a:r>
              <a:rPr dirty="0"/>
              <a:t>=</a:t>
            </a:r>
            <a:r>
              <a:rPr spc="-90" dirty="0"/>
              <a:t> </a:t>
            </a:r>
            <a:r>
              <a:rPr spc="-50" dirty="0"/>
              <a:t>2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10799" y="2184844"/>
            <a:ext cx="6457315" cy="3909060"/>
            <a:chOff x="2910799" y="2184844"/>
            <a:chExt cx="6457315" cy="39090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40050" y="2200579"/>
              <a:ext cx="6422771" cy="379437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940050" y="2200656"/>
              <a:ext cx="6423025" cy="3794760"/>
            </a:xfrm>
            <a:custGeom>
              <a:avLst/>
              <a:gdLst/>
              <a:ahLst/>
              <a:cxnLst/>
              <a:rect l="l" t="t" r="r" b="b"/>
              <a:pathLst>
                <a:path w="6423025" h="3794760">
                  <a:moveTo>
                    <a:pt x="0" y="3252216"/>
                  </a:moveTo>
                  <a:lnTo>
                    <a:pt x="6422898" y="3252216"/>
                  </a:lnTo>
                </a:path>
                <a:path w="6423025" h="3794760">
                  <a:moveTo>
                    <a:pt x="0" y="2709672"/>
                  </a:moveTo>
                  <a:lnTo>
                    <a:pt x="6422898" y="2709672"/>
                  </a:lnTo>
                </a:path>
                <a:path w="6423025" h="3794760">
                  <a:moveTo>
                    <a:pt x="0" y="2168652"/>
                  </a:moveTo>
                  <a:lnTo>
                    <a:pt x="6422898" y="2168652"/>
                  </a:lnTo>
                </a:path>
                <a:path w="6423025" h="3794760">
                  <a:moveTo>
                    <a:pt x="0" y="1626108"/>
                  </a:moveTo>
                  <a:lnTo>
                    <a:pt x="6422898" y="1626108"/>
                  </a:lnTo>
                </a:path>
                <a:path w="6423025" h="3794760">
                  <a:moveTo>
                    <a:pt x="0" y="1083564"/>
                  </a:moveTo>
                  <a:lnTo>
                    <a:pt x="6422898" y="1083564"/>
                  </a:lnTo>
                </a:path>
                <a:path w="6423025" h="3794760">
                  <a:moveTo>
                    <a:pt x="0" y="542544"/>
                  </a:moveTo>
                  <a:lnTo>
                    <a:pt x="6422898" y="542544"/>
                  </a:lnTo>
                </a:path>
                <a:path w="6423025" h="3794760">
                  <a:moveTo>
                    <a:pt x="0" y="0"/>
                  </a:moveTo>
                  <a:lnTo>
                    <a:pt x="6422898" y="0"/>
                  </a:lnTo>
                </a:path>
                <a:path w="6423025" h="3794760">
                  <a:moveTo>
                    <a:pt x="1071117" y="3360928"/>
                  </a:moveTo>
                  <a:lnTo>
                    <a:pt x="1071117" y="3794302"/>
                  </a:lnTo>
                </a:path>
                <a:path w="6423025" h="3794760">
                  <a:moveTo>
                    <a:pt x="1071117" y="0"/>
                  </a:moveTo>
                  <a:lnTo>
                    <a:pt x="1071117" y="2716441"/>
                  </a:lnTo>
                </a:path>
                <a:path w="6423025" h="3794760">
                  <a:moveTo>
                    <a:pt x="2140966" y="0"/>
                  </a:moveTo>
                  <a:lnTo>
                    <a:pt x="2140966" y="3794302"/>
                  </a:lnTo>
                </a:path>
                <a:path w="6423025" h="3794760">
                  <a:moveTo>
                    <a:pt x="3210814" y="0"/>
                  </a:moveTo>
                  <a:lnTo>
                    <a:pt x="3210814" y="3794302"/>
                  </a:lnTo>
                </a:path>
                <a:path w="6423025" h="3794760">
                  <a:moveTo>
                    <a:pt x="4282185" y="0"/>
                  </a:moveTo>
                  <a:lnTo>
                    <a:pt x="4282185" y="3794302"/>
                  </a:lnTo>
                </a:path>
                <a:path w="6423025" h="3794760">
                  <a:moveTo>
                    <a:pt x="5352033" y="0"/>
                  </a:moveTo>
                  <a:lnTo>
                    <a:pt x="5352033" y="3794302"/>
                  </a:lnTo>
                </a:path>
                <a:path w="6423025" h="3794760">
                  <a:moveTo>
                    <a:pt x="6422898" y="0"/>
                  </a:moveTo>
                  <a:lnTo>
                    <a:pt x="6422898" y="3794302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40050" y="2200579"/>
              <a:ext cx="6423025" cy="3794760"/>
            </a:xfrm>
            <a:custGeom>
              <a:avLst/>
              <a:gdLst/>
              <a:ahLst/>
              <a:cxnLst/>
              <a:rect l="l" t="t" r="r" b="b"/>
              <a:pathLst>
                <a:path w="6423025" h="3794760">
                  <a:moveTo>
                    <a:pt x="0" y="3794379"/>
                  </a:moveTo>
                  <a:lnTo>
                    <a:pt x="6422771" y="3794379"/>
                  </a:lnTo>
                  <a:lnTo>
                    <a:pt x="6422771" y="0"/>
                  </a:lnTo>
                  <a:lnTo>
                    <a:pt x="0" y="0"/>
                  </a:lnTo>
                  <a:lnTo>
                    <a:pt x="0" y="379437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40050" y="2200656"/>
              <a:ext cx="0" cy="3794760"/>
            </a:xfrm>
            <a:custGeom>
              <a:avLst/>
              <a:gdLst/>
              <a:ahLst/>
              <a:cxnLst/>
              <a:rect l="l" t="t" r="r" b="b"/>
              <a:pathLst>
                <a:path h="3794760">
                  <a:moveTo>
                    <a:pt x="0" y="3794302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40050" y="5994958"/>
              <a:ext cx="6423025" cy="0"/>
            </a:xfrm>
            <a:custGeom>
              <a:avLst/>
              <a:gdLst/>
              <a:ahLst/>
              <a:cxnLst/>
              <a:rect l="l" t="t" r="r" b="b"/>
              <a:pathLst>
                <a:path w="6423025">
                  <a:moveTo>
                    <a:pt x="0" y="0"/>
                  </a:moveTo>
                  <a:lnTo>
                    <a:pt x="6422898" y="0"/>
                  </a:lnTo>
                </a:path>
              </a:pathLst>
            </a:custGeom>
            <a:ln w="952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9796" y="2199132"/>
              <a:ext cx="5408676" cy="380390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03651" y="5934415"/>
              <a:ext cx="159313" cy="15931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05175" y="5879551"/>
              <a:ext cx="159313" cy="15931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05175" y="5826211"/>
              <a:ext cx="159313" cy="15931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05175" y="5771347"/>
              <a:ext cx="159313" cy="15931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05175" y="5716483"/>
              <a:ext cx="159313" cy="15931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05175" y="5663143"/>
              <a:ext cx="159313" cy="15931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05175" y="5608279"/>
              <a:ext cx="159313" cy="15931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05175" y="5554939"/>
              <a:ext cx="159313" cy="15931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06699" y="5500075"/>
              <a:ext cx="159313" cy="15931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06699" y="5446735"/>
              <a:ext cx="159313" cy="15931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06699" y="5391897"/>
              <a:ext cx="159313" cy="15931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06699" y="5337033"/>
              <a:ext cx="159313" cy="15931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05175" y="5283692"/>
              <a:ext cx="159313" cy="15931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03651" y="5228829"/>
              <a:ext cx="159313" cy="15931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97555" y="5175489"/>
              <a:ext cx="159313" cy="15931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88411" y="5120625"/>
              <a:ext cx="159313" cy="15931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73171" y="5067285"/>
              <a:ext cx="159313" cy="15931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51835" y="5012420"/>
              <a:ext cx="159313" cy="15931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98495" y="4957557"/>
              <a:ext cx="159313" cy="15931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28391" y="4904217"/>
              <a:ext cx="159313" cy="159313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07995" y="4849353"/>
              <a:ext cx="159313" cy="15931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5031" y="4796013"/>
              <a:ext cx="159313" cy="159313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98623" y="4741148"/>
              <a:ext cx="159313" cy="159313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23363" y="4687809"/>
              <a:ext cx="159313" cy="159313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84451" y="4632945"/>
              <a:ext cx="159313" cy="159313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06499" y="4579605"/>
              <a:ext cx="159313" cy="159313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55751" y="4524741"/>
              <a:ext cx="159313" cy="159313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43331" y="4469877"/>
              <a:ext cx="159313" cy="159313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61163" y="4416537"/>
              <a:ext cx="159313" cy="159313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32563" y="4361673"/>
              <a:ext cx="159313" cy="159313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55551" y="4308333"/>
              <a:ext cx="159313" cy="159313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09247" y="4253469"/>
              <a:ext cx="159313" cy="159313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92255" y="4200129"/>
              <a:ext cx="159313" cy="159313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00815" y="4145265"/>
              <a:ext cx="159313" cy="159313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61547" y="4090401"/>
              <a:ext cx="159313" cy="159313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7727" y="4037061"/>
              <a:ext cx="159313" cy="159313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07039" y="3982197"/>
              <a:ext cx="159313" cy="159313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58271" y="3928857"/>
              <a:ext cx="159313" cy="159313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51591" y="3873992"/>
              <a:ext cx="159313" cy="159313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9587" y="3820653"/>
              <a:ext cx="159313" cy="159313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44911" y="3765789"/>
              <a:ext cx="159313" cy="159313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25099" y="3710925"/>
              <a:ext cx="159313" cy="159313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83951" y="3657585"/>
              <a:ext cx="159313" cy="159313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74807" y="3602721"/>
              <a:ext cx="159313" cy="159313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50423" y="3549381"/>
              <a:ext cx="159313" cy="159313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44327" y="3494517"/>
              <a:ext cx="159313" cy="159313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30611" y="3441177"/>
              <a:ext cx="159313" cy="159313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29087" y="3386313"/>
              <a:ext cx="159313" cy="159313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21467" y="3331449"/>
              <a:ext cx="159313" cy="159313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19943" y="3278109"/>
              <a:ext cx="159313" cy="159313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15371" y="3223245"/>
              <a:ext cx="159313" cy="159313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15371" y="3169905"/>
              <a:ext cx="159313" cy="159313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13847" y="3115041"/>
              <a:ext cx="159313" cy="159313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13847" y="3061701"/>
              <a:ext cx="159313" cy="159313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12323" y="3006837"/>
              <a:ext cx="159313" cy="159313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12323" y="2951973"/>
              <a:ext cx="159313" cy="159313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10799" y="2898633"/>
              <a:ext cx="159313" cy="159313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10799" y="2843769"/>
              <a:ext cx="159313" cy="159313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10799" y="2790429"/>
              <a:ext cx="159313" cy="159313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10799" y="2735565"/>
              <a:ext cx="159313" cy="159313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10799" y="2682225"/>
              <a:ext cx="159313" cy="159313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10799" y="2627361"/>
              <a:ext cx="159313" cy="159313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10799" y="2574021"/>
              <a:ext cx="159313" cy="159313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10799" y="2519157"/>
              <a:ext cx="159313" cy="159313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12323" y="2464293"/>
              <a:ext cx="159313" cy="159313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12323" y="2410953"/>
              <a:ext cx="159313" cy="159313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12323" y="2356089"/>
              <a:ext cx="159313" cy="159313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12323" y="2302749"/>
              <a:ext cx="159313" cy="159313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12323" y="2247885"/>
              <a:ext cx="159313" cy="159313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12323" y="2194545"/>
              <a:ext cx="159313" cy="159313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2984430" y="2199132"/>
              <a:ext cx="5311140" cy="3796029"/>
            </a:xfrm>
            <a:custGeom>
              <a:avLst/>
              <a:gdLst/>
              <a:ahLst/>
              <a:cxnLst/>
              <a:rect l="l" t="t" r="r" b="b"/>
              <a:pathLst>
                <a:path w="5311140" h="3796029">
                  <a:moveTo>
                    <a:pt x="5307780" y="3795826"/>
                  </a:moveTo>
                  <a:lnTo>
                    <a:pt x="5307780" y="3777007"/>
                  </a:lnTo>
                  <a:lnTo>
                    <a:pt x="5307780" y="3758137"/>
                  </a:lnTo>
                  <a:lnTo>
                    <a:pt x="5307780" y="3739360"/>
                  </a:lnTo>
                  <a:lnTo>
                    <a:pt x="5307780" y="3720820"/>
                  </a:lnTo>
                  <a:lnTo>
                    <a:pt x="5307853" y="3702545"/>
                  </a:lnTo>
                  <a:lnTo>
                    <a:pt x="5307891" y="3684463"/>
                  </a:lnTo>
                  <a:lnTo>
                    <a:pt x="5307905" y="3666567"/>
                  </a:lnTo>
                  <a:lnTo>
                    <a:pt x="5307907" y="3648849"/>
                  </a:lnTo>
                  <a:lnTo>
                    <a:pt x="5307907" y="3631313"/>
                  </a:lnTo>
                  <a:lnTo>
                    <a:pt x="5307907" y="3613961"/>
                  </a:lnTo>
                  <a:lnTo>
                    <a:pt x="5307907" y="3220339"/>
                  </a:lnTo>
                  <a:lnTo>
                    <a:pt x="5307927" y="3207244"/>
                  </a:lnTo>
                  <a:lnTo>
                    <a:pt x="5307970" y="3194256"/>
                  </a:lnTo>
                  <a:lnTo>
                    <a:pt x="5308014" y="3181387"/>
                  </a:lnTo>
                  <a:lnTo>
                    <a:pt x="5308034" y="3168649"/>
                  </a:lnTo>
                  <a:lnTo>
                    <a:pt x="5307961" y="3156053"/>
                  </a:lnTo>
                  <a:lnTo>
                    <a:pt x="5307923" y="3143599"/>
                  </a:lnTo>
                  <a:lnTo>
                    <a:pt x="5307909" y="3131288"/>
                  </a:lnTo>
                  <a:lnTo>
                    <a:pt x="5307907" y="3119119"/>
                  </a:lnTo>
                  <a:lnTo>
                    <a:pt x="5307887" y="3106999"/>
                  </a:lnTo>
                  <a:lnTo>
                    <a:pt x="5307843" y="3095021"/>
                  </a:lnTo>
                  <a:lnTo>
                    <a:pt x="5307800" y="3083186"/>
                  </a:lnTo>
                  <a:lnTo>
                    <a:pt x="5307780" y="3071494"/>
                  </a:lnTo>
                  <a:lnTo>
                    <a:pt x="5307762" y="3059922"/>
                  </a:lnTo>
                  <a:lnTo>
                    <a:pt x="5307732" y="3048444"/>
                  </a:lnTo>
                  <a:lnTo>
                    <a:pt x="5307726" y="3037062"/>
                  </a:lnTo>
                  <a:lnTo>
                    <a:pt x="5307780" y="3025774"/>
                  </a:lnTo>
                  <a:lnTo>
                    <a:pt x="5307806" y="3014678"/>
                  </a:lnTo>
                  <a:lnTo>
                    <a:pt x="5307891" y="3003676"/>
                  </a:lnTo>
                  <a:lnTo>
                    <a:pt x="5309066" y="2960798"/>
                  </a:lnTo>
                  <a:lnTo>
                    <a:pt x="5309520" y="2950331"/>
                  </a:lnTo>
                  <a:lnTo>
                    <a:pt x="5309939" y="2939922"/>
                  </a:lnTo>
                  <a:lnTo>
                    <a:pt x="5310348" y="2929703"/>
                  </a:lnTo>
                  <a:lnTo>
                    <a:pt x="5310828" y="2919603"/>
                  </a:lnTo>
                  <a:lnTo>
                    <a:pt x="5311118" y="2909597"/>
                  </a:lnTo>
                  <a:lnTo>
                    <a:pt x="5308740" y="2870481"/>
                  </a:lnTo>
                  <a:lnTo>
                    <a:pt x="5293703" y="2832961"/>
                  </a:lnTo>
                  <a:lnTo>
                    <a:pt x="5266568" y="2805810"/>
                  </a:lnTo>
                  <a:lnTo>
                    <a:pt x="5221791" y="2779462"/>
                  </a:lnTo>
                  <a:lnTo>
                    <a:pt x="5180798" y="2762404"/>
                  </a:lnTo>
                  <a:lnTo>
                    <a:pt x="5131373" y="2745660"/>
                  </a:lnTo>
                  <a:lnTo>
                    <a:pt x="5073469" y="2729277"/>
                  </a:lnTo>
                  <a:lnTo>
                    <a:pt x="5008745" y="2713200"/>
                  </a:lnTo>
                  <a:lnTo>
                    <a:pt x="4937295" y="2697476"/>
                  </a:lnTo>
                  <a:lnTo>
                    <a:pt x="4899856" y="2689732"/>
                  </a:lnTo>
                  <a:lnTo>
                    <a:pt x="4861196" y="2682063"/>
                  </a:lnTo>
                  <a:lnTo>
                    <a:pt x="4821275" y="2674477"/>
                  </a:lnTo>
                  <a:lnTo>
                    <a:pt x="4780448" y="2666962"/>
                  </a:lnTo>
                  <a:lnTo>
                    <a:pt x="4739074" y="2659506"/>
                  </a:lnTo>
                  <a:lnTo>
                    <a:pt x="4697047" y="2652125"/>
                  </a:lnTo>
                  <a:lnTo>
                    <a:pt x="4654222" y="2644838"/>
                  </a:lnTo>
                  <a:lnTo>
                    <a:pt x="4610897" y="2637647"/>
                  </a:lnTo>
                  <a:lnTo>
                    <a:pt x="4567370" y="2630550"/>
                  </a:lnTo>
                  <a:lnTo>
                    <a:pt x="4523569" y="2623454"/>
                  </a:lnTo>
                  <a:lnTo>
                    <a:pt x="4479375" y="2616453"/>
                  </a:lnTo>
                  <a:lnTo>
                    <a:pt x="4435014" y="2609548"/>
                  </a:lnTo>
                  <a:lnTo>
                    <a:pt x="4390713" y="2602737"/>
                  </a:lnTo>
                  <a:lnTo>
                    <a:pt x="4346350" y="2595945"/>
                  </a:lnTo>
                  <a:lnTo>
                    <a:pt x="4301940" y="2589260"/>
                  </a:lnTo>
                  <a:lnTo>
                    <a:pt x="4257625" y="2582646"/>
                  </a:lnTo>
                  <a:lnTo>
                    <a:pt x="4213548" y="2576067"/>
                  </a:lnTo>
                  <a:lnTo>
                    <a:pt x="4169658" y="2569541"/>
                  </a:lnTo>
                  <a:lnTo>
                    <a:pt x="4125886" y="2563098"/>
                  </a:lnTo>
                  <a:lnTo>
                    <a:pt x="4082353" y="2556726"/>
                  </a:lnTo>
                  <a:lnTo>
                    <a:pt x="4039177" y="2550413"/>
                  </a:lnTo>
                  <a:lnTo>
                    <a:pt x="3996326" y="2544226"/>
                  </a:lnTo>
                  <a:lnTo>
                    <a:pt x="3953738" y="2538063"/>
                  </a:lnTo>
                  <a:lnTo>
                    <a:pt x="3911482" y="2531947"/>
                  </a:lnTo>
                  <a:lnTo>
                    <a:pt x="3869632" y="2525903"/>
                  </a:lnTo>
                  <a:lnTo>
                    <a:pt x="3828256" y="2519928"/>
                  </a:lnTo>
                  <a:lnTo>
                    <a:pt x="3787225" y="2514012"/>
                  </a:lnTo>
                  <a:lnTo>
                    <a:pt x="3746599" y="2508168"/>
                  </a:lnTo>
                  <a:lnTo>
                    <a:pt x="3706437" y="2502407"/>
                  </a:lnTo>
                  <a:lnTo>
                    <a:pt x="3666670" y="2496643"/>
                  </a:lnTo>
                  <a:lnTo>
                    <a:pt x="3627379" y="2490962"/>
                  </a:lnTo>
                  <a:lnTo>
                    <a:pt x="3588565" y="2485352"/>
                  </a:lnTo>
                  <a:lnTo>
                    <a:pt x="3550227" y="2479801"/>
                  </a:lnTo>
                  <a:lnTo>
                    <a:pt x="3512363" y="2474247"/>
                  </a:lnTo>
                  <a:lnTo>
                    <a:pt x="3474964" y="2468800"/>
                  </a:lnTo>
                  <a:lnTo>
                    <a:pt x="3438017" y="2463424"/>
                  </a:lnTo>
                  <a:lnTo>
                    <a:pt x="3401510" y="2458085"/>
                  </a:lnTo>
                  <a:lnTo>
                    <a:pt x="3365573" y="2452776"/>
                  </a:lnTo>
                  <a:lnTo>
                    <a:pt x="3330136" y="2447528"/>
                  </a:lnTo>
                  <a:lnTo>
                    <a:pt x="3295175" y="2442350"/>
                  </a:lnTo>
                  <a:lnTo>
                    <a:pt x="3260667" y="2437256"/>
                  </a:lnTo>
                  <a:lnTo>
                    <a:pt x="3226635" y="2432159"/>
                  </a:lnTo>
                  <a:lnTo>
                    <a:pt x="3193103" y="2427144"/>
                  </a:lnTo>
                  <a:lnTo>
                    <a:pt x="3160047" y="2422201"/>
                  </a:lnTo>
                  <a:lnTo>
                    <a:pt x="3127444" y="2417317"/>
                  </a:lnTo>
                  <a:lnTo>
                    <a:pt x="3095297" y="2412410"/>
                  </a:lnTo>
                  <a:lnTo>
                    <a:pt x="3063626" y="2407586"/>
                  </a:lnTo>
                  <a:lnTo>
                    <a:pt x="3032432" y="2402834"/>
                  </a:lnTo>
                  <a:lnTo>
                    <a:pt x="3001714" y="2398141"/>
                  </a:lnTo>
                  <a:lnTo>
                    <a:pt x="2971468" y="2393424"/>
                  </a:lnTo>
                  <a:lnTo>
                    <a:pt x="2941675" y="2388790"/>
                  </a:lnTo>
                  <a:lnTo>
                    <a:pt x="2883350" y="2379725"/>
                  </a:lnTo>
                  <a:lnTo>
                    <a:pt x="2826803" y="2370804"/>
                  </a:lnTo>
                  <a:lnTo>
                    <a:pt x="2799197" y="2366402"/>
                  </a:lnTo>
                  <a:lnTo>
                    <a:pt x="2771971" y="2362072"/>
                  </a:lnTo>
                  <a:lnTo>
                    <a:pt x="2745154" y="2357790"/>
                  </a:lnTo>
                  <a:lnTo>
                    <a:pt x="2718790" y="2353532"/>
                  </a:lnTo>
                  <a:lnTo>
                    <a:pt x="2692854" y="2349321"/>
                  </a:lnTo>
                  <a:lnTo>
                    <a:pt x="2667323" y="2345181"/>
                  </a:lnTo>
                  <a:lnTo>
                    <a:pt x="2642104" y="2341034"/>
                  </a:lnTo>
                  <a:lnTo>
                    <a:pt x="2617301" y="2336958"/>
                  </a:lnTo>
                  <a:lnTo>
                    <a:pt x="2592903" y="2332930"/>
                  </a:lnTo>
                  <a:lnTo>
                    <a:pt x="2545274" y="2324949"/>
                  </a:lnTo>
                  <a:lnTo>
                    <a:pt x="2499121" y="2317138"/>
                  </a:lnTo>
                  <a:lnTo>
                    <a:pt x="2454354" y="2309518"/>
                  </a:lnTo>
                  <a:lnTo>
                    <a:pt x="2410971" y="2302089"/>
                  </a:lnTo>
                  <a:lnTo>
                    <a:pt x="2368944" y="2294757"/>
                  </a:lnTo>
                  <a:lnTo>
                    <a:pt x="2348394" y="2291127"/>
                  </a:lnTo>
                  <a:lnTo>
                    <a:pt x="2328177" y="2287569"/>
                  </a:lnTo>
                  <a:lnTo>
                    <a:pt x="2308294" y="2284094"/>
                  </a:lnTo>
                  <a:lnTo>
                    <a:pt x="2288722" y="2280592"/>
                  </a:lnTo>
                  <a:lnTo>
                    <a:pt x="2269448" y="2277125"/>
                  </a:lnTo>
                  <a:lnTo>
                    <a:pt x="2250483" y="2273682"/>
                  </a:lnTo>
                  <a:lnTo>
                    <a:pt x="2231840" y="2270251"/>
                  </a:lnTo>
                  <a:lnTo>
                    <a:pt x="2213429" y="2266920"/>
                  </a:lnTo>
                  <a:lnTo>
                    <a:pt x="2159958" y="2257043"/>
                  </a:lnTo>
                  <a:lnTo>
                    <a:pt x="2108898" y="2247489"/>
                  </a:lnTo>
                  <a:lnTo>
                    <a:pt x="2092394" y="2244343"/>
                  </a:lnTo>
                  <a:lnTo>
                    <a:pt x="2076150" y="2241297"/>
                  </a:lnTo>
                  <a:lnTo>
                    <a:pt x="2060168" y="2238263"/>
                  </a:lnTo>
                  <a:lnTo>
                    <a:pt x="2044424" y="2235253"/>
                  </a:lnTo>
                  <a:lnTo>
                    <a:pt x="2028894" y="2232279"/>
                  </a:lnTo>
                  <a:lnTo>
                    <a:pt x="2013602" y="2229274"/>
                  </a:lnTo>
                  <a:lnTo>
                    <a:pt x="1998573" y="2226341"/>
                  </a:lnTo>
                  <a:lnTo>
                    <a:pt x="1954843" y="2217759"/>
                  </a:lnTo>
                  <a:lnTo>
                    <a:pt x="1913070" y="2209418"/>
                  </a:lnTo>
                  <a:lnTo>
                    <a:pt x="1873119" y="2201292"/>
                  </a:lnTo>
                  <a:lnTo>
                    <a:pt x="1860238" y="2198623"/>
                  </a:lnTo>
                  <a:lnTo>
                    <a:pt x="1847494" y="2196052"/>
                  </a:lnTo>
                  <a:lnTo>
                    <a:pt x="1834965" y="2193480"/>
                  </a:lnTo>
                  <a:lnTo>
                    <a:pt x="1822626" y="2190908"/>
                  </a:lnTo>
                  <a:lnTo>
                    <a:pt x="1810454" y="2188336"/>
                  </a:lnTo>
                  <a:lnTo>
                    <a:pt x="1798452" y="2185860"/>
                  </a:lnTo>
                  <a:lnTo>
                    <a:pt x="1786641" y="2183384"/>
                  </a:lnTo>
                  <a:lnTo>
                    <a:pt x="1775021" y="2180907"/>
                  </a:lnTo>
                  <a:lnTo>
                    <a:pt x="1763591" y="2178430"/>
                  </a:lnTo>
                  <a:lnTo>
                    <a:pt x="1752328" y="2176051"/>
                  </a:lnTo>
                  <a:lnTo>
                    <a:pt x="1741207" y="2173684"/>
                  </a:lnTo>
                  <a:lnTo>
                    <a:pt x="1730230" y="2171340"/>
                  </a:lnTo>
                  <a:lnTo>
                    <a:pt x="1719395" y="2169032"/>
                  </a:lnTo>
                  <a:lnTo>
                    <a:pt x="1708796" y="2166675"/>
                  </a:lnTo>
                  <a:lnTo>
                    <a:pt x="1698329" y="2164365"/>
                  </a:lnTo>
                  <a:lnTo>
                    <a:pt x="1687980" y="2162103"/>
                  </a:lnTo>
                  <a:lnTo>
                    <a:pt x="1677739" y="2159888"/>
                  </a:lnTo>
                  <a:lnTo>
                    <a:pt x="1667714" y="2157644"/>
                  </a:lnTo>
                  <a:lnTo>
                    <a:pt x="1657832" y="2155459"/>
                  </a:lnTo>
                  <a:lnTo>
                    <a:pt x="1648092" y="2153298"/>
                  </a:lnTo>
                  <a:lnTo>
                    <a:pt x="1638496" y="2151125"/>
                  </a:lnTo>
                  <a:lnTo>
                    <a:pt x="1629040" y="2149030"/>
                  </a:lnTo>
                  <a:lnTo>
                    <a:pt x="1619716" y="2146935"/>
                  </a:lnTo>
                  <a:lnTo>
                    <a:pt x="1610510" y="2144839"/>
                  </a:lnTo>
                  <a:lnTo>
                    <a:pt x="1601412" y="2142743"/>
                  </a:lnTo>
                  <a:lnTo>
                    <a:pt x="1592508" y="2140743"/>
                  </a:lnTo>
                  <a:lnTo>
                    <a:pt x="1583711" y="2138743"/>
                  </a:lnTo>
                  <a:lnTo>
                    <a:pt x="1575034" y="2136743"/>
                  </a:lnTo>
                  <a:lnTo>
                    <a:pt x="1566487" y="2134742"/>
                  </a:lnTo>
                  <a:lnTo>
                    <a:pt x="1558004" y="2132764"/>
                  </a:lnTo>
                  <a:lnTo>
                    <a:pt x="1549675" y="2130821"/>
                  </a:lnTo>
                  <a:lnTo>
                    <a:pt x="1541466" y="2128902"/>
                  </a:lnTo>
                  <a:lnTo>
                    <a:pt x="1533340" y="2126995"/>
                  </a:lnTo>
                  <a:lnTo>
                    <a:pt x="1525387" y="2125112"/>
                  </a:lnTo>
                  <a:lnTo>
                    <a:pt x="1517528" y="2123265"/>
                  </a:lnTo>
                  <a:lnTo>
                    <a:pt x="1509766" y="2121441"/>
                  </a:lnTo>
                  <a:lnTo>
                    <a:pt x="1502098" y="2119629"/>
                  </a:lnTo>
                  <a:lnTo>
                    <a:pt x="1494545" y="2117822"/>
                  </a:lnTo>
                  <a:lnTo>
                    <a:pt x="1487112" y="2116026"/>
                  </a:lnTo>
                  <a:lnTo>
                    <a:pt x="1479774" y="2114254"/>
                  </a:lnTo>
                  <a:lnTo>
                    <a:pt x="1444567" y="2105660"/>
                  </a:lnTo>
                  <a:lnTo>
                    <a:pt x="1437832" y="2104040"/>
                  </a:lnTo>
                  <a:lnTo>
                    <a:pt x="1431168" y="2102421"/>
                  </a:lnTo>
                  <a:lnTo>
                    <a:pt x="1424600" y="2100802"/>
                  </a:lnTo>
                  <a:lnTo>
                    <a:pt x="1418151" y="2099182"/>
                  </a:lnTo>
                  <a:lnTo>
                    <a:pt x="1411722" y="2097583"/>
                  </a:lnTo>
                  <a:lnTo>
                    <a:pt x="1405387" y="2096007"/>
                  </a:lnTo>
                  <a:lnTo>
                    <a:pt x="1399149" y="2094432"/>
                  </a:lnTo>
                  <a:lnTo>
                    <a:pt x="1393005" y="2092832"/>
                  </a:lnTo>
                  <a:lnTo>
                    <a:pt x="1384877" y="2090800"/>
                  </a:lnTo>
                  <a:lnTo>
                    <a:pt x="1377003" y="2088895"/>
                  </a:lnTo>
                  <a:lnTo>
                    <a:pt x="1369256" y="2086863"/>
                  </a:lnTo>
                  <a:lnTo>
                    <a:pt x="1361636" y="2084958"/>
                  </a:lnTo>
                  <a:lnTo>
                    <a:pt x="1354143" y="2082926"/>
                  </a:lnTo>
                  <a:lnTo>
                    <a:pt x="1346777" y="2081148"/>
                  </a:lnTo>
                  <a:lnTo>
                    <a:pt x="1339538" y="2079243"/>
                  </a:lnTo>
                  <a:lnTo>
                    <a:pt x="1332426" y="2077338"/>
                  </a:lnTo>
                  <a:lnTo>
                    <a:pt x="1325441" y="2075560"/>
                  </a:lnTo>
                  <a:lnTo>
                    <a:pt x="1318583" y="2073782"/>
                  </a:lnTo>
                  <a:lnTo>
                    <a:pt x="1311725" y="2072004"/>
                  </a:lnTo>
                  <a:lnTo>
                    <a:pt x="1305248" y="2070226"/>
                  </a:lnTo>
                  <a:lnTo>
                    <a:pt x="1298644" y="2068448"/>
                  </a:lnTo>
                  <a:lnTo>
                    <a:pt x="1292294" y="2066797"/>
                  </a:lnTo>
                  <a:lnTo>
                    <a:pt x="1285944" y="2065146"/>
                  </a:lnTo>
                  <a:lnTo>
                    <a:pt x="1279721" y="2063495"/>
                  </a:lnTo>
                  <a:lnTo>
                    <a:pt x="1273752" y="2061844"/>
                  </a:lnTo>
                  <a:lnTo>
                    <a:pt x="1267783" y="2060193"/>
                  </a:lnTo>
                  <a:lnTo>
                    <a:pt x="1261814" y="2058669"/>
                  </a:lnTo>
                  <a:lnTo>
                    <a:pt x="1256099" y="2057018"/>
                  </a:lnTo>
                  <a:lnTo>
                    <a:pt x="1250511" y="2055494"/>
                  </a:lnTo>
                  <a:lnTo>
                    <a:pt x="1244796" y="2053970"/>
                  </a:lnTo>
                  <a:lnTo>
                    <a:pt x="1239335" y="2052446"/>
                  </a:lnTo>
                  <a:lnTo>
                    <a:pt x="1234001" y="2051049"/>
                  </a:lnTo>
                  <a:lnTo>
                    <a:pt x="1228667" y="2049525"/>
                  </a:lnTo>
                  <a:lnTo>
                    <a:pt x="1223460" y="2048128"/>
                  </a:lnTo>
                  <a:lnTo>
                    <a:pt x="1218380" y="2046731"/>
                  </a:lnTo>
                  <a:lnTo>
                    <a:pt x="1213300" y="2045334"/>
                  </a:lnTo>
                  <a:lnTo>
                    <a:pt x="1208347" y="2043937"/>
                  </a:lnTo>
                  <a:lnTo>
                    <a:pt x="1203521" y="2042540"/>
                  </a:lnTo>
                  <a:lnTo>
                    <a:pt x="1198695" y="2041270"/>
                  </a:lnTo>
                  <a:lnTo>
                    <a:pt x="1193996" y="2039873"/>
                  </a:lnTo>
                  <a:lnTo>
                    <a:pt x="1189297" y="2038603"/>
                  </a:lnTo>
                  <a:lnTo>
                    <a:pt x="1184725" y="2037333"/>
                  </a:lnTo>
                  <a:lnTo>
                    <a:pt x="1180280" y="2036063"/>
                  </a:lnTo>
                  <a:lnTo>
                    <a:pt x="1175962" y="2034793"/>
                  </a:lnTo>
                  <a:lnTo>
                    <a:pt x="1171517" y="2033523"/>
                  </a:lnTo>
                  <a:lnTo>
                    <a:pt x="1167326" y="2032253"/>
                  </a:lnTo>
                  <a:lnTo>
                    <a:pt x="1163135" y="2031110"/>
                  </a:lnTo>
                  <a:lnTo>
                    <a:pt x="1158944" y="2029967"/>
                  </a:lnTo>
                  <a:lnTo>
                    <a:pt x="1154880" y="2028697"/>
                  </a:lnTo>
                  <a:lnTo>
                    <a:pt x="1150943" y="2027554"/>
                  </a:lnTo>
                  <a:lnTo>
                    <a:pt x="1147006" y="2026411"/>
                  </a:lnTo>
                  <a:lnTo>
                    <a:pt x="1143069" y="2025268"/>
                  </a:lnTo>
                  <a:lnTo>
                    <a:pt x="1139386" y="2024252"/>
                  </a:lnTo>
                  <a:lnTo>
                    <a:pt x="1135576" y="2023109"/>
                  </a:lnTo>
                  <a:lnTo>
                    <a:pt x="1131893" y="2022093"/>
                  </a:lnTo>
                  <a:lnTo>
                    <a:pt x="1128337" y="2020950"/>
                  </a:lnTo>
                  <a:lnTo>
                    <a:pt x="1124654" y="2019934"/>
                  </a:lnTo>
                  <a:lnTo>
                    <a:pt x="1121225" y="2018918"/>
                  </a:lnTo>
                  <a:lnTo>
                    <a:pt x="1117796" y="2017902"/>
                  </a:lnTo>
                  <a:lnTo>
                    <a:pt x="1114367" y="2016886"/>
                  </a:lnTo>
                  <a:lnTo>
                    <a:pt x="1110938" y="2015870"/>
                  </a:lnTo>
                  <a:lnTo>
                    <a:pt x="1107763" y="2014854"/>
                  </a:lnTo>
                  <a:lnTo>
                    <a:pt x="1104461" y="2013965"/>
                  </a:lnTo>
                  <a:lnTo>
                    <a:pt x="1101286" y="2012949"/>
                  </a:lnTo>
                  <a:lnTo>
                    <a:pt x="1098111" y="2012060"/>
                  </a:lnTo>
                  <a:lnTo>
                    <a:pt x="1095063" y="2011044"/>
                  </a:lnTo>
                  <a:lnTo>
                    <a:pt x="1092015" y="2010155"/>
                  </a:lnTo>
                  <a:lnTo>
                    <a:pt x="1089094" y="2009266"/>
                  </a:lnTo>
                  <a:lnTo>
                    <a:pt x="1086046" y="2008377"/>
                  </a:lnTo>
                  <a:lnTo>
                    <a:pt x="1083125" y="2007488"/>
                  </a:lnTo>
                  <a:lnTo>
                    <a:pt x="1080331" y="2006599"/>
                  </a:lnTo>
                  <a:lnTo>
                    <a:pt x="1077537" y="2005837"/>
                  </a:lnTo>
                  <a:lnTo>
                    <a:pt x="1074743" y="2004948"/>
                  </a:lnTo>
                  <a:lnTo>
                    <a:pt x="1072076" y="2004186"/>
                  </a:lnTo>
                  <a:lnTo>
                    <a:pt x="1069282" y="2003297"/>
                  </a:lnTo>
                  <a:lnTo>
                    <a:pt x="1066742" y="2002535"/>
                  </a:lnTo>
                  <a:lnTo>
                    <a:pt x="1064075" y="2001646"/>
                  </a:lnTo>
                  <a:lnTo>
                    <a:pt x="1061535" y="2000884"/>
                  </a:lnTo>
                  <a:lnTo>
                    <a:pt x="1058995" y="2000122"/>
                  </a:lnTo>
                  <a:lnTo>
                    <a:pt x="1056582" y="1999360"/>
                  </a:lnTo>
                  <a:lnTo>
                    <a:pt x="1054169" y="1998598"/>
                  </a:lnTo>
                  <a:lnTo>
                    <a:pt x="1051756" y="1997836"/>
                  </a:lnTo>
                  <a:lnTo>
                    <a:pt x="1049343" y="1997201"/>
                  </a:lnTo>
                  <a:lnTo>
                    <a:pt x="1047057" y="1996439"/>
                  </a:lnTo>
                  <a:lnTo>
                    <a:pt x="1044771" y="1995677"/>
                  </a:lnTo>
                  <a:lnTo>
                    <a:pt x="1042485" y="1995042"/>
                  </a:lnTo>
                  <a:lnTo>
                    <a:pt x="1040199" y="1994280"/>
                  </a:lnTo>
                  <a:lnTo>
                    <a:pt x="1038040" y="1993645"/>
                  </a:lnTo>
                  <a:lnTo>
                    <a:pt x="1035881" y="1993010"/>
                  </a:lnTo>
                  <a:lnTo>
                    <a:pt x="1033722" y="1992248"/>
                  </a:lnTo>
                  <a:lnTo>
                    <a:pt x="1031690" y="1991613"/>
                  </a:lnTo>
                  <a:lnTo>
                    <a:pt x="1029658" y="1990978"/>
                  </a:lnTo>
                  <a:lnTo>
                    <a:pt x="1027626" y="1990343"/>
                  </a:lnTo>
                  <a:lnTo>
                    <a:pt x="1025594" y="1989708"/>
                  </a:lnTo>
                  <a:lnTo>
                    <a:pt x="1023689" y="1989073"/>
                  </a:lnTo>
                  <a:lnTo>
                    <a:pt x="1021657" y="1988438"/>
                  </a:lnTo>
                  <a:lnTo>
                    <a:pt x="1019752" y="1987930"/>
                  </a:lnTo>
                  <a:lnTo>
                    <a:pt x="1017847" y="1987295"/>
                  </a:lnTo>
                  <a:lnTo>
                    <a:pt x="1016069" y="1986660"/>
                  </a:lnTo>
                  <a:lnTo>
                    <a:pt x="1014164" y="1986152"/>
                  </a:lnTo>
                  <a:lnTo>
                    <a:pt x="1012386" y="1985517"/>
                  </a:lnTo>
                  <a:lnTo>
                    <a:pt x="1010608" y="1985009"/>
                  </a:lnTo>
                  <a:lnTo>
                    <a:pt x="1008957" y="1984374"/>
                  </a:lnTo>
                  <a:lnTo>
                    <a:pt x="1007179" y="1983866"/>
                  </a:lnTo>
                  <a:lnTo>
                    <a:pt x="1005528" y="1983358"/>
                  </a:lnTo>
                  <a:lnTo>
                    <a:pt x="1003877" y="1982850"/>
                  </a:lnTo>
                  <a:lnTo>
                    <a:pt x="1002226" y="1982215"/>
                  </a:lnTo>
                  <a:lnTo>
                    <a:pt x="1000575" y="1981707"/>
                  </a:lnTo>
                  <a:lnTo>
                    <a:pt x="998924" y="1981199"/>
                  </a:lnTo>
                  <a:lnTo>
                    <a:pt x="997400" y="1980691"/>
                  </a:lnTo>
                  <a:lnTo>
                    <a:pt x="995876" y="1980183"/>
                  </a:lnTo>
                  <a:lnTo>
                    <a:pt x="994352" y="1979802"/>
                  </a:lnTo>
                  <a:lnTo>
                    <a:pt x="992828" y="1979294"/>
                  </a:lnTo>
                  <a:lnTo>
                    <a:pt x="991304" y="1978786"/>
                  </a:lnTo>
                  <a:lnTo>
                    <a:pt x="989907" y="1978278"/>
                  </a:lnTo>
                  <a:lnTo>
                    <a:pt x="988510" y="1977897"/>
                  </a:lnTo>
                  <a:lnTo>
                    <a:pt x="986986" y="1977389"/>
                  </a:lnTo>
                  <a:lnTo>
                    <a:pt x="985589" y="1976881"/>
                  </a:lnTo>
                  <a:lnTo>
                    <a:pt x="984319" y="1976500"/>
                  </a:lnTo>
                  <a:lnTo>
                    <a:pt x="982922" y="1975992"/>
                  </a:lnTo>
                  <a:lnTo>
                    <a:pt x="981652" y="1975611"/>
                  </a:lnTo>
                  <a:lnTo>
                    <a:pt x="980255" y="1975230"/>
                  </a:lnTo>
                  <a:lnTo>
                    <a:pt x="979112" y="1974849"/>
                  </a:lnTo>
                  <a:lnTo>
                    <a:pt x="978350" y="1974595"/>
                  </a:lnTo>
                  <a:lnTo>
                    <a:pt x="976445" y="1973960"/>
                  </a:lnTo>
                  <a:lnTo>
                    <a:pt x="974286" y="1973198"/>
                  </a:lnTo>
                  <a:lnTo>
                    <a:pt x="970349" y="1971928"/>
                  </a:lnTo>
                  <a:lnTo>
                    <a:pt x="967174" y="1970912"/>
                  </a:lnTo>
                  <a:lnTo>
                    <a:pt x="963999" y="1969896"/>
                  </a:lnTo>
                  <a:lnTo>
                    <a:pt x="960824" y="1968753"/>
                  </a:lnTo>
                  <a:lnTo>
                    <a:pt x="957649" y="1967737"/>
                  </a:lnTo>
                  <a:lnTo>
                    <a:pt x="954474" y="1966721"/>
                  </a:lnTo>
                  <a:lnTo>
                    <a:pt x="951172" y="1965578"/>
                  </a:lnTo>
                  <a:lnTo>
                    <a:pt x="947870" y="1964435"/>
                  </a:lnTo>
                  <a:lnTo>
                    <a:pt x="944568" y="1963419"/>
                  </a:lnTo>
                  <a:lnTo>
                    <a:pt x="941266" y="1962276"/>
                  </a:lnTo>
                  <a:lnTo>
                    <a:pt x="937837" y="1961133"/>
                  </a:lnTo>
                  <a:lnTo>
                    <a:pt x="934408" y="1959990"/>
                  </a:lnTo>
                  <a:lnTo>
                    <a:pt x="930979" y="1958847"/>
                  </a:lnTo>
                  <a:lnTo>
                    <a:pt x="927550" y="1957577"/>
                  </a:lnTo>
                  <a:lnTo>
                    <a:pt x="924121" y="1956434"/>
                  </a:lnTo>
                  <a:lnTo>
                    <a:pt x="920565" y="1955291"/>
                  </a:lnTo>
                  <a:lnTo>
                    <a:pt x="917009" y="1954021"/>
                  </a:lnTo>
                  <a:lnTo>
                    <a:pt x="913453" y="1952751"/>
                  </a:lnTo>
                  <a:lnTo>
                    <a:pt x="909897" y="1951608"/>
                  </a:lnTo>
                  <a:lnTo>
                    <a:pt x="906214" y="1950338"/>
                  </a:lnTo>
                  <a:lnTo>
                    <a:pt x="902531" y="1949068"/>
                  </a:lnTo>
                  <a:lnTo>
                    <a:pt x="898848" y="1947798"/>
                  </a:lnTo>
                  <a:lnTo>
                    <a:pt x="895165" y="1946528"/>
                  </a:lnTo>
                  <a:lnTo>
                    <a:pt x="891482" y="1945131"/>
                  </a:lnTo>
                  <a:lnTo>
                    <a:pt x="887672" y="1943861"/>
                  </a:lnTo>
                  <a:lnTo>
                    <a:pt x="883862" y="1942464"/>
                  </a:lnTo>
                  <a:lnTo>
                    <a:pt x="880052" y="1941194"/>
                  </a:lnTo>
                  <a:lnTo>
                    <a:pt x="876115" y="1939797"/>
                  </a:lnTo>
                  <a:lnTo>
                    <a:pt x="872178" y="1938400"/>
                  </a:lnTo>
                  <a:lnTo>
                    <a:pt x="868368" y="1937003"/>
                  </a:lnTo>
                  <a:lnTo>
                    <a:pt x="864431" y="1935606"/>
                  </a:lnTo>
                  <a:lnTo>
                    <a:pt x="860367" y="1934209"/>
                  </a:lnTo>
                  <a:lnTo>
                    <a:pt x="856430" y="1932685"/>
                  </a:lnTo>
                  <a:lnTo>
                    <a:pt x="852366" y="1931288"/>
                  </a:lnTo>
                  <a:lnTo>
                    <a:pt x="848302" y="1929764"/>
                  </a:lnTo>
                  <a:lnTo>
                    <a:pt x="844111" y="1928240"/>
                  </a:lnTo>
                  <a:lnTo>
                    <a:pt x="840047" y="1926716"/>
                  </a:lnTo>
                  <a:lnTo>
                    <a:pt x="835856" y="1925192"/>
                  </a:lnTo>
                  <a:lnTo>
                    <a:pt x="831665" y="1923668"/>
                  </a:lnTo>
                  <a:lnTo>
                    <a:pt x="827474" y="1922144"/>
                  </a:lnTo>
                  <a:lnTo>
                    <a:pt x="823156" y="1920493"/>
                  </a:lnTo>
                  <a:lnTo>
                    <a:pt x="818965" y="1918969"/>
                  </a:lnTo>
                  <a:lnTo>
                    <a:pt x="814647" y="1917318"/>
                  </a:lnTo>
                  <a:lnTo>
                    <a:pt x="810202" y="1915667"/>
                  </a:lnTo>
                  <a:lnTo>
                    <a:pt x="805884" y="1914016"/>
                  </a:lnTo>
                  <a:lnTo>
                    <a:pt x="801439" y="1912365"/>
                  </a:lnTo>
                  <a:lnTo>
                    <a:pt x="796994" y="1910714"/>
                  </a:lnTo>
                  <a:lnTo>
                    <a:pt x="792549" y="1909063"/>
                  </a:lnTo>
                  <a:lnTo>
                    <a:pt x="788104" y="1907285"/>
                  </a:lnTo>
                  <a:lnTo>
                    <a:pt x="783532" y="1905507"/>
                  </a:lnTo>
                  <a:lnTo>
                    <a:pt x="778960" y="1903856"/>
                  </a:lnTo>
                  <a:lnTo>
                    <a:pt x="774388" y="1902078"/>
                  </a:lnTo>
                  <a:lnTo>
                    <a:pt x="769816" y="1900173"/>
                  </a:lnTo>
                  <a:lnTo>
                    <a:pt x="765117" y="1898395"/>
                  </a:lnTo>
                  <a:lnTo>
                    <a:pt x="760418" y="1896617"/>
                  </a:lnTo>
                  <a:lnTo>
                    <a:pt x="755719" y="1894712"/>
                  </a:lnTo>
                  <a:lnTo>
                    <a:pt x="751020" y="1892807"/>
                  </a:lnTo>
                  <a:lnTo>
                    <a:pt x="726890" y="1883028"/>
                  </a:lnTo>
                  <a:lnTo>
                    <a:pt x="721937" y="1881123"/>
                  </a:lnTo>
                  <a:lnTo>
                    <a:pt x="716984" y="1879091"/>
                  </a:lnTo>
                  <a:lnTo>
                    <a:pt x="712031" y="1876932"/>
                  </a:lnTo>
                  <a:lnTo>
                    <a:pt x="707078" y="1874900"/>
                  </a:lnTo>
                  <a:lnTo>
                    <a:pt x="701998" y="1872868"/>
                  </a:lnTo>
                  <a:lnTo>
                    <a:pt x="696918" y="1870709"/>
                  </a:lnTo>
                  <a:lnTo>
                    <a:pt x="691838" y="1868550"/>
                  </a:lnTo>
                  <a:lnTo>
                    <a:pt x="686758" y="1866391"/>
                  </a:lnTo>
                  <a:lnTo>
                    <a:pt x="681551" y="1864232"/>
                  </a:lnTo>
                  <a:lnTo>
                    <a:pt x="676471" y="1861946"/>
                  </a:lnTo>
                  <a:lnTo>
                    <a:pt x="671264" y="1859787"/>
                  </a:lnTo>
                  <a:lnTo>
                    <a:pt x="665930" y="1857501"/>
                  </a:lnTo>
                  <a:lnTo>
                    <a:pt x="660723" y="1855215"/>
                  </a:lnTo>
                  <a:lnTo>
                    <a:pt x="655516" y="1852802"/>
                  </a:lnTo>
                  <a:lnTo>
                    <a:pt x="650182" y="1850516"/>
                  </a:lnTo>
                  <a:lnTo>
                    <a:pt x="644848" y="1848103"/>
                  </a:lnTo>
                  <a:lnTo>
                    <a:pt x="639514" y="1845690"/>
                  </a:lnTo>
                  <a:lnTo>
                    <a:pt x="634053" y="1843277"/>
                  </a:lnTo>
                  <a:lnTo>
                    <a:pt x="628719" y="1840864"/>
                  </a:lnTo>
                  <a:lnTo>
                    <a:pt x="623258" y="1838451"/>
                  </a:lnTo>
                  <a:lnTo>
                    <a:pt x="617797" y="1835911"/>
                  </a:lnTo>
                  <a:lnTo>
                    <a:pt x="612336" y="1833371"/>
                  </a:lnTo>
                  <a:lnTo>
                    <a:pt x="606875" y="1830831"/>
                  </a:lnTo>
                  <a:lnTo>
                    <a:pt x="601287" y="1828164"/>
                  </a:lnTo>
                  <a:lnTo>
                    <a:pt x="595699" y="1825624"/>
                  </a:lnTo>
                  <a:lnTo>
                    <a:pt x="590111" y="1822957"/>
                  </a:lnTo>
                  <a:lnTo>
                    <a:pt x="584523" y="1820290"/>
                  </a:lnTo>
                  <a:lnTo>
                    <a:pt x="578935" y="1817623"/>
                  </a:lnTo>
                  <a:lnTo>
                    <a:pt x="573347" y="1814829"/>
                  </a:lnTo>
                  <a:lnTo>
                    <a:pt x="567632" y="1812035"/>
                  </a:lnTo>
                  <a:lnTo>
                    <a:pt x="562044" y="1809368"/>
                  </a:lnTo>
                  <a:lnTo>
                    <a:pt x="556329" y="1806447"/>
                  </a:lnTo>
                  <a:lnTo>
                    <a:pt x="550614" y="1803653"/>
                  </a:lnTo>
                  <a:lnTo>
                    <a:pt x="544899" y="1800732"/>
                  </a:lnTo>
                  <a:lnTo>
                    <a:pt x="539057" y="1797811"/>
                  </a:lnTo>
                  <a:lnTo>
                    <a:pt x="533342" y="1794890"/>
                  </a:lnTo>
                  <a:lnTo>
                    <a:pt x="527500" y="1791842"/>
                  </a:lnTo>
                  <a:lnTo>
                    <a:pt x="521658" y="1788921"/>
                  </a:lnTo>
                  <a:lnTo>
                    <a:pt x="515943" y="1785746"/>
                  </a:lnTo>
                  <a:lnTo>
                    <a:pt x="510101" y="1782698"/>
                  </a:lnTo>
                  <a:lnTo>
                    <a:pt x="504259" y="1779650"/>
                  </a:lnTo>
                  <a:lnTo>
                    <a:pt x="498290" y="1776475"/>
                  </a:lnTo>
                  <a:lnTo>
                    <a:pt x="492448" y="1773300"/>
                  </a:lnTo>
                  <a:lnTo>
                    <a:pt x="486606" y="1769998"/>
                  </a:lnTo>
                  <a:lnTo>
                    <a:pt x="480637" y="1766823"/>
                  </a:lnTo>
                  <a:lnTo>
                    <a:pt x="474795" y="1763521"/>
                  </a:lnTo>
                  <a:lnTo>
                    <a:pt x="468826" y="1760219"/>
                  </a:lnTo>
                  <a:lnTo>
                    <a:pt x="462857" y="1756790"/>
                  </a:lnTo>
                  <a:lnTo>
                    <a:pt x="457015" y="1753361"/>
                  </a:lnTo>
                  <a:lnTo>
                    <a:pt x="451046" y="1749932"/>
                  </a:lnTo>
                  <a:lnTo>
                    <a:pt x="445077" y="1746503"/>
                  </a:lnTo>
                  <a:lnTo>
                    <a:pt x="439108" y="1742947"/>
                  </a:lnTo>
                  <a:lnTo>
                    <a:pt x="433139" y="1739391"/>
                  </a:lnTo>
                  <a:lnTo>
                    <a:pt x="427170" y="1735835"/>
                  </a:lnTo>
                  <a:lnTo>
                    <a:pt x="421201" y="1732152"/>
                  </a:lnTo>
                  <a:lnTo>
                    <a:pt x="415232" y="1728469"/>
                  </a:lnTo>
                  <a:lnTo>
                    <a:pt x="409263" y="1724786"/>
                  </a:lnTo>
                  <a:lnTo>
                    <a:pt x="403294" y="1720976"/>
                  </a:lnTo>
                  <a:lnTo>
                    <a:pt x="397325" y="1717166"/>
                  </a:lnTo>
                  <a:lnTo>
                    <a:pt x="391356" y="1713356"/>
                  </a:lnTo>
                  <a:lnTo>
                    <a:pt x="385260" y="1709419"/>
                  </a:lnTo>
                  <a:lnTo>
                    <a:pt x="379291" y="1705482"/>
                  </a:lnTo>
                  <a:lnTo>
                    <a:pt x="373322" y="1701545"/>
                  </a:lnTo>
                  <a:lnTo>
                    <a:pt x="367353" y="1697608"/>
                  </a:lnTo>
                  <a:lnTo>
                    <a:pt x="361384" y="1693544"/>
                  </a:lnTo>
                  <a:lnTo>
                    <a:pt x="355542" y="1689353"/>
                  </a:lnTo>
                  <a:lnTo>
                    <a:pt x="349573" y="1685289"/>
                  </a:lnTo>
                  <a:lnTo>
                    <a:pt x="343604" y="1681098"/>
                  </a:lnTo>
                  <a:lnTo>
                    <a:pt x="337635" y="1676780"/>
                  </a:lnTo>
                  <a:lnTo>
                    <a:pt x="331793" y="1672462"/>
                  </a:lnTo>
                  <a:lnTo>
                    <a:pt x="325824" y="1668144"/>
                  </a:lnTo>
                  <a:lnTo>
                    <a:pt x="319982" y="1663699"/>
                  </a:lnTo>
                  <a:lnTo>
                    <a:pt x="314140" y="1659381"/>
                  </a:lnTo>
                  <a:lnTo>
                    <a:pt x="308171" y="1654809"/>
                  </a:lnTo>
                  <a:lnTo>
                    <a:pt x="273500" y="1626869"/>
                  </a:lnTo>
                  <a:lnTo>
                    <a:pt x="267785" y="1622043"/>
                  </a:lnTo>
                  <a:lnTo>
                    <a:pt x="262070" y="1617217"/>
                  </a:lnTo>
                  <a:lnTo>
                    <a:pt x="256355" y="1612264"/>
                  </a:lnTo>
                  <a:lnTo>
                    <a:pt x="250767" y="1607184"/>
                  </a:lnTo>
                  <a:lnTo>
                    <a:pt x="245179" y="1602104"/>
                  </a:lnTo>
                  <a:lnTo>
                    <a:pt x="239591" y="1597024"/>
                  </a:lnTo>
                  <a:lnTo>
                    <a:pt x="234130" y="1591817"/>
                  </a:lnTo>
                  <a:lnTo>
                    <a:pt x="228542" y="1586610"/>
                  </a:lnTo>
                  <a:lnTo>
                    <a:pt x="223081" y="1581403"/>
                  </a:lnTo>
                  <a:lnTo>
                    <a:pt x="217747" y="1575942"/>
                  </a:lnTo>
                  <a:lnTo>
                    <a:pt x="212286" y="1570608"/>
                  </a:lnTo>
                  <a:lnTo>
                    <a:pt x="206952" y="1565147"/>
                  </a:lnTo>
                  <a:lnTo>
                    <a:pt x="201745" y="1559559"/>
                  </a:lnTo>
                  <a:lnTo>
                    <a:pt x="196411" y="1553971"/>
                  </a:lnTo>
                  <a:lnTo>
                    <a:pt x="191204" y="1548383"/>
                  </a:lnTo>
                  <a:lnTo>
                    <a:pt x="185997" y="1542668"/>
                  </a:lnTo>
                  <a:lnTo>
                    <a:pt x="180917" y="1536826"/>
                  </a:lnTo>
                  <a:lnTo>
                    <a:pt x="175837" y="1530984"/>
                  </a:lnTo>
                  <a:lnTo>
                    <a:pt x="170757" y="1525142"/>
                  </a:lnTo>
                  <a:lnTo>
                    <a:pt x="165804" y="1519173"/>
                  </a:lnTo>
                  <a:lnTo>
                    <a:pt x="160851" y="1513077"/>
                  </a:lnTo>
                  <a:lnTo>
                    <a:pt x="156025" y="1506981"/>
                  </a:lnTo>
                  <a:lnTo>
                    <a:pt x="151199" y="1500885"/>
                  </a:lnTo>
                  <a:lnTo>
                    <a:pt x="146500" y="1494662"/>
                  </a:lnTo>
                  <a:lnTo>
                    <a:pt x="141801" y="1488312"/>
                  </a:lnTo>
                  <a:lnTo>
                    <a:pt x="137102" y="1481962"/>
                  </a:lnTo>
                  <a:lnTo>
                    <a:pt x="132530" y="1475485"/>
                  </a:lnTo>
                  <a:lnTo>
                    <a:pt x="128085" y="1468881"/>
                  </a:lnTo>
                  <a:lnTo>
                    <a:pt x="123640" y="1462404"/>
                  </a:lnTo>
                  <a:lnTo>
                    <a:pt x="119322" y="1455673"/>
                  </a:lnTo>
                  <a:lnTo>
                    <a:pt x="115004" y="1448942"/>
                  </a:lnTo>
                  <a:lnTo>
                    <a:pt x="110686" y="1442211"/>
                  </a:lnTo>
                  <a:lnTo>
                    <a:pt x="90747" y="1406905"/>
                  </a:lnTo>
                  <a:lnTo>
                    <a:pt x="79571" y="1384807"/>
                  </a:lnTo>
                  <a:lnTo>
                    <a:pt x="76015" y="1377314"/>
                  </a:lnTo>
                  <a:lnTo>
                    <a:pt x="59632" y="1338452"/>
                  </a:lnTo>
                  <a:lnTo>
                    <a:pt x="46773" y="1301591"/>
                  </a:lnTo>
                  <a:lnTo>
                    <a:pt x="35756" y="1262760"/>
                  </a:lnTo>
                  <a:lnTo>
                    <a:pt x="26771" y="1222136"/>
                  </a:lnTo>
                  <a:lnTo>
                    <a:pt x="19754" y="1179321"/>
                  </a:lnTo>
                  <a:lnTo>
                    <a:pt x="18732" y="1171963"/>
                  </a:lnTo>
                  <a:lnTo>
                    <a:pt x="13821" y="1126654"/>
                  </a:lnTo>
                  <a:lnTo>
                    <a:pt x="10991" y="1087119"/>
                  </a:lnTo>
                  <a:lnTo>
                    <a:pt x="9848" y="1060205"/>
                  </a:lnTo>
                  <a:lnTo>
                    <a:pt x="9594" y="1054227"/>
                  </a:lnTo>
                  <a:lnTo>
                    <a:pt x="9419" y="1048196"/>
                  </a:lnTo>
                  <a:lnTo>
                    <a:pt x="9149" y="1039510"/>
                  </a:lnTo>
                  <a:lnTo>
                    <a:pt x="8880" y="1029706"/>
                  </a:lnTo>
                  <a:lnTo>
                    <a:pt x="8705" y="1020317"/>
                  </a:lnTo>
                  <a:lnTo>
                    <a:pt x="8536" y="1011697"/>
                  </a:lnTo>
                  <a:lnTo>
                    <a:pt x="8403" y="1002982"/>
                  </a:lnTo>
                  <a:lnTo>
                    <a:pt x="7965" y="958191"/>
                  </a:lnTo>
                  <a:lnTo>
                    <a:pt x="7943" y="949070"/>
                  </a:lnTo>
                  <a:lnTo>
                    <a:pt x="7943" y="939805"/>
                  </a:lnTo>
                  <a:lnTo>
                    <a:pt x="7943" y="930481"/>
                  </a:lnTo>
                  <a:lnTo>
                    <a:pt x="7943" y="921085"/>
                  </a:lnTo>
                  <a:lnTo>
                    <a:pt x="7943" y="911605"/>
                  </a:lnTo>
                  <a:lnTo>
                    <a:pt x="7870" y="902035"/>
                  </a:lnTo>
                  <a:lnTo>
                    <a:pt x="7832" y="892381"/>
                  </a:lnTo>
                  <a:lnTo>
                    <a:pt x="7818" y="882655"/>
                  </a:lnTo>
                  <a:lnTo>
                    <a:pt x="7816" y="872870"/>
                  </a:lnTo>
                  <a:lnTo>
                    <a:pt x="7794" y="862939"/>
                  </a:lnTo>
                  <a:lnTo>
                    <a:pt x="7737" y="852947"/>
                  </a:lnTo>
                  <a:lnTo>
                    <a:pt x="7655" y="842885"/>
                  </a:lnTo>
                  <a:lnTo>
                    <a:pt x="7562" y="832738"/>
                  </a:lnTo>
                  <a:lnTo>
                    <a:pt x="7540" y="822575"/>
                  </a:lnTo>
                  <a:lnTo>
                    <a:pt x="7193" y="780865"/>
                  </a:lnTo>
                  <a:lnTo>
                    <a:pt x="7054" y="770207"/>
                  </a:lnTo>
                  <a:lnTo>
                    <a:pt x="6915" y="759477"/>
                  </a:lnTo>
                  <a:lnTo>
                    <a:pt x="6514" y="715660"/>
                  </a:lnTo>
                  <a:lnTo>
                    <a:pt x="6419" y="704468"/>
                  </a:lnTo>
                  <a:lnTo>
                    <a:pt x="6250" y="693181"/>
                  </a:lnTo>
                  <a:lnTo>
                    <a:pt x="6117" y="681799"/>
                  </a:lnTo>
                  <a:lnTo>
                    <a:pt x="6008" y="670321"/>
                  </a:lnTo>
                  <a:lnTo>
                    <a:pt x="5911" y="658748"/>
                  </a:lnTo>
                  <a:lnTo>
                    <a:pt x="5796" y="647080"/>
                  </a:lnTo>
                  <a:lnTo>
                    <a:pt x="5657" y="635317"/>
                  </a:lnTo>
                  <a:lnTo>
                    <a:pt x="5518" y="623458"/>
                  </a:lnTo>
                  <a:lnTo>
                    <a:pt x="5403" y="611504"/>
                  </a:lnTo>
                  <a:lnTo>
                    <a:pt x="5306" y="599455"/>
                  </a:lnTo>
                  <a:lnTo>
                    <a:pt x="5197" y="587311"/>
                  </a:lnTo>
                  <a:lnTo>
                    <a:pt x="5064" y="575071"/>
                  </a:lnTo>
                  <a:lnTo>
                    <a:pt x="4895" y="562737"/>
                  </a:lnTo>
                  <a:lnTo>
                    <a:pt x="4800" y="550231"/>
                  </a:lnTo>
                  <a:lnTo>
                    <a:pt x="4704" y="537654"/>
                  </a:lnTo>
                  <a:lnTo>
                    <a:pt x="4609" y="524982"/>
                  </a:lnTo>
                  <a:lnTo>
                    <a:pt x="4514" y="512190"/>
                  </a:lnTo>
                  <a:lnTo>
                    <a:pt x="4345" y="499302"/>
                  </a:lnTo>
                  <a:lnTo>
                    <a:pt x="4212" y="486330"/>
                  </a:lnTo>
                  <a:lnTo>
                    <a:pt x="4103" y="473239"/>
                  </a:lnTo>
                  <a:lnTo>
                    <a:pt x="4006" y="459993"/>
                  </a:lnTo>
                  <a:lnTo>
                    <a:pt x="3891" y="446704"/>
                  </a:lnTo>
                  <a:lnTo>
                    <a:pt x="3752" y="433308"/>
                  </a:lnTo>
                  <a:lnTo>
                    <a:pt x="3613" y="419792"/>
                  </a:lnTo>
                  <a:lnTo>
                    <a:pt x="3498" y="406145"/>
                  </a:lnTo>
                  <a:lnTo>
                    <a:pt x="3383" y="392380"/>
                  </a:lnTo>
                  <a:lnTo>
                    <a:pt x="3244" y="378507"/>
                  </a:lnTo>
                  <a:lnTo>
                    <a:pt x="3105" y="364515"/>
                  </a:lnTo>
                  <a:lnTo>
                    <a:pt x="2990" y="350392"/>
                  </a:lnTo>
                  <a:lnTo>
                    <a:pt x="2875" y="336151"/>
                  </a:lnTo>
                  <a:lnTo>
                    <a:pt x="2736" y="321802"/>
                  </a:lnTo>
                  <a:lnTo>
                    <a:pt x="2597" y="307334"/>
                  </a:lnTo>
                  <a:lnTo>
                    <a:pt x="2482" y="292734"/>
                  </a:lnTo>
                  <a:lnTo>
                    <a:pt x="2367" y="278016"/>
                  </a:lnTo>
                  <a:lnTo>
                    <a:pt x="2228" y="263191"/>
                  </a:lnTo>
                  <a:lnTo>
                    <a:pt x="2089" y="248247"/>
                  </a:lnTo>
                  <a:lnTo>
                    <a:pt x="1974" y="233171"/>
                  </a:lnTo>
                  <a:lnTo>
                    <a:pt x="1805" y="217977"/>
                  </a:lnTo>
                  <a:lnTo>
                    <a:pt x="1672" y="202676"/>
                  </a:lnTo>
                  <a:lnTo>
                    <a:pt x="1563" y="187255"/>
                  </a:lnTo>
                  <a:lnTo>
                    <a:pt x="1466" y="171703"/>
                  </a:lnTo>
                  <a:lnTo>
                    <a:pt x="1295" y="155940"/>
                  </a:lnTo>
                  <a:lnTo>
                    <a:pt x="1148" y="140080"/>
                  </a:lnTo>
                  <a:lnTo>
                    <a:pt x="1002" y="124126"/>
                  </a:lnTo>
                  <a:lnTo>
                    <a:pt x="831" y="108076"/>
                  </a:lnTo>
                  <a:lnTo>
                    <a:pt x="716" y="91815"/>
                  </a:lnTo>
                  <a:lnTo>
                    <a:pt x="577" y="75422"/>
                  </a:lnTo>
                  <a:lnTo>
                    <a:pt x="438" y="58910"/>
                  </a:lnTo>
                  <a:lnTo>
                    <a:pt x="323" y="42290"/>
                  </a:lnTo>
                  <a:lnTo>
                    <a:pt x="208" y="25475"/>
                  </a:lnTo>
                  <a:lnTo>
                    <a:pt x="69" y="8540"/>
                  </a:lnTo>
                  <a:lnTo>
                    <a:pt x="0" y="0"/>
                  </a:lnTo>
                </a:path>
              </a:pathLst>
            </a:custGeom>
            <a:ln w="285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34172" y="5945123"/>
              <a:ext cx="98298" cy="98297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35695" y="5890260"/>
              <a:ext cx="98298" cy="98297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35695" y="5836920"/>
              <a:ext cx="98298" cy="98297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35695" y="5782055"/>
              <a:ext cx="98298" cy="98297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35695" y="5727191"/>
              <a:ext cx="98298" cy="98297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35695" y="5673852"/>
              <a:ext cx="98298" cy="98297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35695" y="5618988"/>
              <a:ext cx="98298" cy="98297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35695" y="5565647"/>
              <a:ext cx="98298" cy="98297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37219" y="5510784"/>
              <a:ext cx="98298" cy="98297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37219" y="5457444"/>
              <a:ext cx="98298" cy="98297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37219" y="5402580"/>
              <a:ext cx="98298" cy="98297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37219" y="5347716"/>
              <a:ext cx="98298" cy="98297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35695" y="5294376"/>
              <a:ext cx="98298" cy="98297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34172" y="5239511"/>
              <a:ext cx="98298" cy="98297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28075" y="5186172"/>
              <a:ext cx="98298" cy="98298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18931" y="5131308"/>
              <a:ext cx="98298" cy="98298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03692" y="5077967"/>
              <a:ext cx="98298" cy="98298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82356" y="5023104"/>
              <a:ext cx="98298" cy="98298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29016" y="4968239"/>
              <a:ext cx="98298" cy="98298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58912" y="4914900"/>
              <a:ext cx="98299" cy="98298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38516" y="4860036"/>
              <a:ext cx="98298" cy="98298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45551" y="4806696"/>
              <a:ext cx="98298" cy="98298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29144" y="4751832"/>
              <a:ext cx="98298" cy="98298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53883" y="4698492"/>
              <a:ext cx="98298" cy="98298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14972" y="4643627"/>
              <a:ext cx="98298" cy="98298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37019" y="4590288"/>
              <a:ext cx="98298" cy="98298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86272" y="4535424"/>
              <a:ext cx="98298" cy="98298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73852" y="4480560"/>
              <a:ext cx="98298" cy="98298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91683" y="4427220"/>
              <a:ext cx="98298" cy="98298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63083" y="4372355"/>
              <a:ext cx="98298" cy="98298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86072" y="4319016"/>
              <a:ext cx="98298" cy="98298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39768" y="4264152"/>
              <a:ext cx="98298" cy="98298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22776" y="4210811"/>
              <a:ext cx="98298" cy="98298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31336" y="4155948"/>
              <a:ext cx="98298" cy="98298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92068" y="4101083"/>
              <a:ext cx="98298" cy="98298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08248" y="4047744"/>
              <a:ext cx="98298" cy="98298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37560" y="3992880"/>
              <a:ext cx="98298" cy="98298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88792" y="3939539"/>
              <a:ext cx="98298" cy="98298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82112" y="3884676"/>
              <a:ext cx="98298" cy="98298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50108" y="3831336"/>
              <a:ext cx="98298" cy="98298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75432" y="3776472"/>
              <a:ext cx="98298" cy="98298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55620" y="3721608"/>
              <a:ext cx="98298" cy="98298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14472" y="3668268"/>
              <a:ext cx="98298" cy="98298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05328" y="3613404"/>
              <a:ext cx="98298" cy="98298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80944" y="3560064"/>
              <a:ext cx="98298" cy="98298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74848" y="3505200"/>
              <a:ext cx="98298" cy="98298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61132" y="3451860"/>
              <a:ext cx="98298" cy="98298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59608" y="3396996"/>
              <a:ext cx="98298" cy="98298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51988" y="3342132"/>
              <a:ext cx="98298" cy="98298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50464" y="3288792"/>
              <a:ext cx="98298" cy="98298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45892" y="3233928"/>
              <a:ext cx="98298" cy="98298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45892" y="3180588"/>
              <a:ext cx="98298" cy="98298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44368" y="3125724"/>
              <a:ext cx="98298" cy="98298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44368" y="3072384"/>
              <a:ext cx="98298" cy="98298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42844" y="3017520"/>
              <a:ext cx="98298" cy="98298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42844" y="2962656"/>
              <a:ext cx="98298" cy="98298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41320" y="2909316"/>
              <a:ext cx="98298" cy="98298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41320" y="2854452"/>
              <a:ext cx="98298" cy="98298"/>
            </a:xfrm>
            <a:prstGeom prst="rect">
              <a:avLst/>
            </a:prstGeom>
          </p:spPr>
        </p:pic>
        <p:pic>
          <p:nvPicPr>
            <p:cNvPr id="139" name="object 13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41320" y="2801112"/>
              <a:ext cx="98298" cy="98298"/>
            </a:xfrm>
            <a:prstGeom prst="rect">
              <a:avLst/>
            </a:prstGeom>
          </p:spPr>
        </p:pic>
        <p:pic>
          <p:nvPicPr>
            <p:cNvPr id="140" name="object 1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41320" y="2746248"/>
              <a:ext cx="98298" cy="98298"/>
            </a:xfrm>
            <a:prstGeom prst="rect">
              <a:avLst/>
            </a:prstGeom>
          </p:spPr>
        </p:pic>
        <p:pic>
          <p:nvPicPr>
            <p:cNvPr id="141" name="object 1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41320" y="2692908"/>
              <a:ext cx="98298" cy="98298"/>
            </a:xfrm>
            <a:prstGeom prst="rect">
              <a:avLst/>
            </a:prstGeom>
          </p:spPr>
        </p:pic>
        <p:pic>
          <p:nvPicPr>
            <p:cNvPr id="142" name="object 14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41320" y="2638044"/>
              <a:ext cx="98298" cy="98298"/>
            </a:xfrm>
            <a:prstGeom prst="rect">
              <a:avLst/>
            </a:prstGeom>
          </p:spPr>
        </p:pic>
        <p:pic>
          <p:nvPicPr>
            <p:cNvPr id="143" name="object 14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41320" y="2584704"/>
              <a:ext cx="98298" cy="98298"/>
            </a:xfrm>
            <a:prstGeom prst="rect">
              <a:avLst/>
            </a:prstGeom>
          </p:spPr>
        </p:pic>
        <p:pic>
          <p:nvPicPr>
            <p:cNvPr id="144" name="object 14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41320" y="2529840"/>
              <a:ext cx="98298" cy="98298"/>
            </a:xfrm>
            <a:prstGeom prst="rect">
              <a:avLst/>
            </a:prstGeom>
          </p:spPr>
        </p:pic>
        <p:pic>
          <p:nvPicPr>
            <p:cNvPr id="145" name="object 14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42844" y="2474976"/>
              <a:ext cx="98298" cy="98298"/>
            </a:xfrm>
            <a:prstGeom prst="rect">
              <a:avLst/>
            </a:prstGeom>
          </p:spPr>
        </p:pic>
        <p:pic>
          <p:nvPicPr>
            <p:cNvPr id="146" name="object 14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42844" y="2421636"/>
              <a:ext cx="98298" cy="98298"/>
            </a:xfrm>
            <a:prstGeom prst="rect">
              <a:avLst/>
            </a:prstGeom>
          </p:spPr>
        </p:pic>
        <p:pic>
          <p:nvPicPr>
            <p:cNvPr id="147" name="object 14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42844" y="2366772"/>
              <a:ext cx="98298" cy="98298"/>
            </a:xfrm>
            <a:prstGeom prst="rect">
              <a:avLst/>
            </a:prstGeom>
          </p:spPr>
        </p:pic>
        <p:pic>
          <p:nvPicPr>
            <p:cNvPr id="148" name="object 14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42844" y="2313432"/>
              <a:ext cx="98298" cy="98298"/>
            </a:xfrm>
            <a:prstGeom prst="rect">
              <a:avLst/>
            </a:prstGeom>
          </p:spPr>
        </p:pic>
        <p:pic>
          <p:nvPicPr>
            <p:cNvPr id="149" name="object 14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42844" y="2258568"/>
              <a:ext cx="98298" cy="98298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42844" y="2205228"/>
              <a:ext cx="98298" cy="98298"/>
            </a:xfrm>
            <a:prstGeom prst="rect">
              <a:avLst/>
            </a:prstGeom>
          </p:spPr>
        </p:pic>
      </p:grpSp>
      <p:sp>
        <p:nvSpPr>
          <p:cNvPr id="151" name="object 151"/>
          <p:cNvSpPr txBox="1"/>
          <p:nvPr/>
        </p:nvSpPr>
        <p:spPr>
          <a:xfrm>
            <a:off x="2677160" y="5901334"/>
            <a:ext cx="1701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0.0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2" name="object 152"/>
          <p:cNvSpPr txBox="1"/>
          <p:nvPr/>
        </p:nvSpPr>
        <p:spPr>
          <a:xfrm>
            <a:off x="2677160" y="5359146"/>
            <a:ext cx="1701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0.2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3" name="object 153"/>
          <p:cNvSpPr txBox="1"/>
          <p:nvPr/>
        </p:nvSpPr>
        <p:spPr>
          <a:xfrm>
            <a:off x="2677160" y="4816551"/>
            <a:ext cx="17081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0.4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2677160" y="4274946"/>
            <a:ext cx="1701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0.6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2677160" y="3732657"/>
            <a:ext cx="1701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0.8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2677160" y="3190494"/>
            <a:ext cx="1701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1.0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7" name="object 157"/>
          <p:cNvSpPr txBox="1"/>
          <p:nvPr/>
        </p:nvSpPr>
        <p:spPr>
          <a:xfrm>
            <a:off x="2677160" y="2648458"/>
            <a:ext cx="1701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1.2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8" name="object 158"/>
          <p:cNvSpPr txBox="1"/>
          <p:nvPr/>
        </p:nvSpPr>
        <p:spPr>
          <a:xfrm>
            <a:off x="2677160" y="2106295"/>
            <a:ext cx="1701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1.4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2855467" y="6050076"/>
            <a:ext cx="1701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0.0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3925951" y="6050076"/>
            <a:ext cx="1701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0.2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4996688" y="6050076"/>
            <a:ext cx="1701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0.4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6067171" y="6050076"/>
            <a:ext cx="1701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0.6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7137907" y="6050076"/>
            <a:ext cx="1701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0.8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8208391" y="6050076"/>
            <a:ext cx="1701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1.0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5" name="object 165"/>
          <p:cNvSpPr txBox="1"/>
          <p:nvPr/>
        </p:nvSpPr>
        <p:spPr>
          <a:xfrm>
            <a:off x="9279128" y="6050076"/>
            <a:ext cx="1701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1.2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2521966" y="3987323"/>
            <a:ext cx="139700" cy="2235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spc="-20" dirty="0">
                <a:solidFill>
                  <a:srgbClr val="585858"/>
                </a:solidFill>
                <a:latin typeface="Calibri"/>
                <a:cs typeface="Calibri"/>
              </a:rPr>
              <a:t>Y/Dj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7" name="object 167"/>
          <p:cNvSpPr txBox="1"/>
          <p:nvPr/>
        </p:nvSpPr>
        <p:spPr>
          <a:xfrm>
            <a:off x="5085778" y="5663895"/>
            <a:ext cx="10604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2390" algn="r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585858"/>
                </a:solidFill>
                <a:latin typeface="Calibri"/>
                <a:cs typeface="Calibri"/>
              </a:rPr>
              <a:t>u/Uj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8" name="object 168"/>
          <p:cNvSpPr txBox="1"/>
          <p:nvPr/>
        </p:nvSpPr>
        <p:spPr>
          <a:xfrm>
            <a:off x="4711700" y="1764538"/>
            <a:ext cx="248348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Velcoity</a:t>
            </a:r>
            <a:r>
              <a:rPr sz="1400" spc="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along</a:t>
            </a:r>
            <a:r>
              <a:rPr sz="1400" spc="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Y</a:t>
            </a:r>
            <a:r>
              <a:rPr sz="1400" spc="5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axis</a:t>
            </a:r>
            <a:r>
              <a:rPr sz="1400" spc="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at</a:t>
            </a:r>
            <a:r>
              <a:rPr sz="1400" spc="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X/Dj</a:t>
            </a:r>
            <a:r>
              <a:rPr sz="1400" spc="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=</a:t>
            </a:r>
            <a:r>
              <a:rPr sz="1400" spc="6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2.0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9" name="object 169"/>
          <p:cNvGrpSpPr/>
          <p:nvPr/>
        </p:nvGrpSpPr>
        <p:grpSpPr>
          <a:xfrm>
            <a:off x="3115182" y="4910747"/>
            <a:ext cx="1821814" cy="657225"/>
            <a:chOff x="3115182" y="4910747"/>
            <a:chExt cx="1821814" cy="657225"/>
          </a:xfrm>
        </p:grpSpPr>
        <p:sp>
          <p:nvSpPr>
            <p:cNvPr id="170" name="object 170"/>
            <p:cNvSpPr/>
            <p:nvPr/>
          </p:nvSpPr>
          <p:spPr>
            <a:xfrm>
              <a:off x="3121532" y="4917097"/>
              <a:ext cx="1809114" cy="644525"/>
            </a:xfrm>
            <a:custGeom>
              <a:avLst/>
              <a:gdLst/>
              <a:ahLst/>
              <a:cxnLst/>
              <a:rect l="l" t="t" r="r" b="b"/>
              <a:pathLst>
                <a:path w="1809114" h="644525">
                  <a:moveTo>
                    <a:pt x="1809115" y="0"/>
                  </a:moveTo>
                  <a:lnTo>
                    <a:pt x="0" y="0"/>
                  </a:lnTo>
                  <a:lnTo>
                    <a:pt x="0" y="644486"/>
                  </a:lnTo>
                  <a:lnTo>
                    <a:pt x="1809115" y="644486"/>
                  </a:lnTo>
                  <a:lnTo>
                    <a:pt x="18091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3121532" y="4917097"/>
              <a:ext cx="1809114" cy="644525"/>
            </a:xfrm>
            <a:custGeom>
              <a:avLst/>
              <a:gdLst/>
              <a:ahLst/>
              <a:cxnLst/>
              <a:rect l="l" t="t" r="r" b="b"/>
              <a:pathLst>
                <a:path w="1809114" h="644525">
                  <a:moveTo>
                    <a:pt x="0" y="644486"/>
                  </a:moveTo>
                  <a:lnTo>
                    <a:pt x="1809115" y="644486"/>
                  </a:lnTo>
                  <a:lnTo>
                    <a:pt x="1809115" y="0"/>
                  </a:lnTo>
                  <a:lnTo>
                    <a:pt x="0" y="0"/>
                  </a:lnTo>
                  <a:lnTo>
                    <a:pt x="0" y="644486"/>
                  </a:lnTo>
                  <a:close/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2" name="object 17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69373" y="5029009"/>
              <a:ext cx="97916" cy="97916"/>
            </a:xfrm>
            <a:prstGeom prst="rect">
              <a:avLst/>
            </a:prstGeom>
          </p:spPr>
        </p:pic>
        <p:sp>
          <p:nvSpPr>
            <p:cNvPr id="173" name="object 173"/>
            <p:cNvSpPr/>
            <p:nvPr/>
          </p:nvSpPr>
          <p:spPr>
            <a:xfrm>
              <a:off x="3258692" y="5400421"/>
              <a:ext cx="320040" cy="0"/>
            </a:xfrm>
            <a:custGeom>
              <a:avLst/>
              <a:gdLst/>
              <a:ahLst/>
              <a:cxnLst/>
              <a:rect l="l" t="t" r="r" b="b"/>
              <a:pathLst>
                <a:path w="320039">
                  <a:moveTo>
                    <a:pt x="0" y="0"/>
                  </a:moveTo>
                  <a:lnTo>
                    <a:pt x="320040" y="0"/>
                  </a:lnTo>
                </a:path>
              </a:pathLst>
            </a:custGeom>
            <a:ln w="285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4" name="object 174"/>
          <p:cNvSpPr txBox="1"/>
          <p:nvPr/>
        </p:nvSpPr>
        <p:spPr>
          <a:xfrm>
            <a:off x="3127882" y="4957317"/>
            <a:ext cx="1796414" cy="530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5775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Experimental</a:t>
            </a:r>
            <a:r>
              <a:rPr sz="1200" b="1" spc="-60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NASA</a:t>
            </a:r>
            <a:endParaRPr sz="1200">
              <a:latin typeface="Calibri"/>
              <a:cs typeface="Calibri"/>
            </a:endParaRPr>
          </a:p>
          <a:p>
            <a:pPr marL="485775">
              <a:lnSpc>
                <a:spcPct val="100000"/>
              </a:lnSpc>
              <a:spcBef>
                <a:spcPts val="1100"/>
              </a:spcBef>
            </a:pPr>
            <a:r>
              <a:rPr sz="1200" b="1" dirty="0">
                <a:latin typeface="Calibri"/>
                <a:cs typeface="Calibri"/>
              </a:rPr>
              <a:t>CFD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Present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25" dirty="0">
                <a:latin typeface="Calibri"/>
                <a:cs typeface="Calibri"/>
              </a:rPr>
              <a:t>SA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Calibri"/>
              </a:defRPr>
            </a:pPr>
            <a:r>
              <a:t>CFD Study of Compressible Flow in ARN2 Nozzle  |  Prashant Kamble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Calibri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latin typeface="Calibri"/>
              </a:defRPr>
            </a:pPr>
            <a:r>
              <a:t>Radial Velocity Validation at X/Dj = 2.0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6939" y="1676401"/>
            <a:ext cx="10034270" cy="3352799"/>
          </a:xfrm>
        </p:spPr>
        <p:txBody>
          <a:bodyPr/>
          <a:lstStyle/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 dirty="0">
                <a:latin typeface="Calibri"/>
              </a:rPr>
              <a:t>Potential Core Profile: </a:t>
            </a:r>
            <a:r>
              <a:rPr sz="2000" b="0" dirty="0">
                <a:latin typeface="Calibri"/>
              </a:rPr>
              <a:t>The normalized radial velocity profile (u/</a:t>
            </a:r>
            <a:r>
              <a:rPr sz="2000" b="0" dirty="0" err="1">
                <a:latin typeface="Calibri"/>
              </a:rPr>
              <a:t>Uj</a:t>
            </a:r>
            <a:r>
              <a:rPr sz="2000" b="0" dirty="0">
                <a:latin typeface="Calibri"/>
              </a:rPr>
              <a:t> vs Y/</a:t>
            </a:r>
            <a:r>
              <a:rPr sz="2000" b="0" dirty="0" err="1">
                <a:latin typeface="Calibri"/>
              </a:rPr>
              <a:t>Dj</a:t>
            </a:r>
            <a:r>
              <a:rPr sz="2000" b="0" dirty="0">
                <a:latin typeface="Calibri"/>
              </a:rPr>
              <a:t>) at X/</a:t>
            </a:r>
            <a:r>
              <a:rPr sz="2000" b="0" dirty="0" err="1">
                <a:latin typeface="Calibri"/>
              </a:rPr>
              <a:t>Dj</a:t>
            </a:r>
            <a:r>
              <a:rPr sz="2000" b="0" dirty="0">
                <a:latin typeface="Calibri"/>
              </a:rPr>
              <a:t> = 2.0 validates the transverse potential core width of the jet.</a:t>
            </a:r>
          </a:p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 dirty="0">
                <a:latin typeface="Calibri"/>
              </a:rPr>
              <a:t>Shear Layer Validation: </a:t>
            </a:r>
            <a:r>
              <a:rPr sz="2000" b="0" dirty="0">
                <a:latin typeface="Calibri"/>
              </a:rPr>
              <a:t>The </a:t>
            </a:r>
            <a:r>
              <a:rPr sz="2000" b="0" dirty="0" err="1">
                <a:latin typeface="Calibri"/>
              </a:rPr>
              <a:t>Spalart</a:t>
            </a:r>
            <a:r>
              <a:rPr sz="2000" b="0" dirty="0">
                <a:latin typeface="Calibri"/>
              </a:rPr>
              <a:t>-Allmaras (SA) model successfully captures the steep velocity gradients within the mixing shear layer boundary (Y/</a:t>
            </a:r>
            <a:r>
              <a:rPr sz="2000" b="0" dirty="0" err="1">
                <a:latin typeface="Calibri"/>
              </a:rPr>
              <a:t>Dj</a:t>
            </a:r>
            <a:r>
              <a:rPr sz="2000" b="0" dirty="0">
                <a:latin typeface="Calibri"/>
              </a:rPr>
              <a:t> ≈ 0.5).</a:t>
            </a:r>
          </a:p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 dirty="0">
                <a:latin typeface="Calibri"/>
              </a:rPr>
              <a:t>Momentum Diffusion: </a:t>
            </a:r>
            <a:r>
              <a:rPr sz="2000" b="0" dirty="0">
                <a:latin typeface="Calibri"/>
              </a:rPr>
              <a:t>Excellent alignment with NASA experimental data confirms that transverse momentum diffusion and mixing layer expansion are correctly modeled.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Calibri"/>
              </a:defRPr>
            </a:pPr>
            <a:r>
              <a:t>CFD Study of Compressible Flow in ARN2 Nozzle  |  Prashant Kamble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Calibri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latin typeface="Calibri"/>
              </a:defRPr>
            </a:pPr>
            <a:r>
              <a:t>Conclusion I: Model Validation &amp; Physics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6939" y="1676401"/>
            <a:ext cx="9827261" cy="3352799"/>
          </a:xfrm>
        </p:spPr>
        <p:txBody>
          <a:bodyPr/>
          <a:lstStyle/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>
                <a:latin typeface="Calibri"/>
              </a:rPr>
              <a:t>Turbulence Model Validation: </a:t>
            </a:r>
            <a:r>
              <a:rPr sz="2000" b="0">
                <a:latin typeface="Calibri"/>
              </a:rPr>
              <a:t>Spalart-Allmaras (SA) and SST k-ω models demonstrate excellent accuracy near the nozzle exit (X/Dj &lt; 5.0), matching experimental centerline velocity within 2.2% deviation.</a:t>
            </a:r>
          </a:p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>
                <a:latin typeface="Calibri"/>
              </a:rPr>
              <a:t>Downstream Jet Dissipation: </a:t>
            </a:r>
            <a:r>
              <a:rPr sz="2000" b="0">
                <a:latin typeface="Calibri"/>
              </a:rPr>
              <a:t>The SST k-ω model shows superior predictive capabilities in the jet decay region (X/Dj &gt; 10.0), with an overall profile Mean Absolute Percentage Error (MAPE) of 12.06%.</a:t>
            </a:r>
          </a:p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>
                <a:latin typeface="Calibri"/>
              </a:rPr>
              <a:t>Velocity Decay Underprediction: </a:t>
            </a:r>
            <a:r>
              <a:rPr sz="2000" b="0">
                <a:latin typeface="Calibri"/>
              </a:rPr>
              <a:t>The SA model significantly overpredicts jet dissipation further downstream, resulting in a maximum velocity underprediction error of 48.57% at X/Dj = 25.0, compared to 21.22% for the SST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Calibri"/>
              </a:defRPr>
            </a:pPr>
            <a:r>
              <a:t>CFD Study of Compressible Flow in ARN2 Nozzle  |  Prashant Kamble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Calibri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latin typeface="Calibri"/>
              </a:defRPr>
            </a:pPr>
            <a:r>
              <a:t>Conclusion II: Grid Convergence &amp; Setup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6939" y="1752601"/>
            <a:ext cx="10034270" cy="3428999"/>
          </a:xfrm>
        </p:spPr>
        <p:txBody>
          <a:bodyPr/>
          <a:lstStyle/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 dirty="0">
                <a:latin typeface="Calibri"/>
              </a:rPr>
              <a:t>SST Grid Convergence: </a:t>
            </a:r>
            <a:r>
              <a:rPr sz="2000" b="0" dirty="0">
                <a:latin typeface="Calibri"/>
              </a:rPr>
              <a:t>The SST model demonstrates extreme robustness to mesh density, showing a mean velocity difference of only 0.73% between Coarse (70.6k cells) and Fine (214.9k cells) grids.</a:t>
            </a:r>
          </a:p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 dirty="0">
                <a:latin typeface="Calibri"/>
              </a:rPr>
              <a:t>SA Grid Sensitivity: </a:t>
            </a:r>
            <a:r>
              <a:rPr sz="2000" b="0" dirty="0">
                <a:latin typeface="Calibri"/>
              </a:rPr>
              <a:t>The SA model exhibits higher grid dependence, showing a 5.13% mean difference between Coarse and Fine grids, which reduces to 1.53% for the Medium grid.</a:t>
            </a:r>
          </a:p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 dirty="0">
                <a:latin typeface="Calibri"/>
              </a:rPr>
              <a:t>Grid Selection Recommendation: </a:t>
            </a:r>
            <a:r>
              <a:rPr sz="2000" b="0" dirty="0">
                <a:latin typeface="Calibri"/>
              </a:rPr>
              <a:t>A Medium mesh (128.7k cells) offers an optimal balance of speed and accuracy, achieving convergence within 1.6% relative to the Fine mesh for both turbulence models.</a:t>
            </a:r>
          </a:p>
          <a:p>
            <a:pPr>
              <a:spcAft>
                <a:spcPts val="1200"/>
              </a:spcAft>
              <a:defRPr sz="2000">
                <a:latin typeface="Calibri"/>
              </a:defRPr>
            </a:pPr>
            <a:r>
              <a:rPr sz="2000" b="1" dirty="0">
                <a:latin typeface="Calibri"/>
              </a:rPr>
              <a:t>Solver Configuration: </a:t>
            </a:r>
            <a:r>
              <a:rPr sz="2000" b="0" dirty="0">
                <a:latin typeface="Calibri"/>
              </a:rPr>
              <a:t>The Fluent density-based solver coupled with a second-order momentum discretization scheme successfully resolved the nozzle's compressible flow physics (</a:t>
            </a:r>
            <a:r>
              <a:rPr sz="2000" b="0" dirty="0" err="1">
                <a:latin typeface="Calibri"/>
              </a:rPr>
              <a:t>Mjet</a:t>
            </a:r>
            <a:r>
              <a:rPr sz="2000" b="0" dirty="0">
                <a:latin typeface="Calibri"/>
              </a:rPr>
              <a:t> = 0.51) and shear layer interactions.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Calibri"/>
              </a:defRPr>
            </a:pPr>
            <a:r>
              <a:t>CFD Study of Compressible Flow in ARN2 Nozzle  |  Prashant Kamble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Calibri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latin typeface="Calibri"/>
              </a:defRPr>
            </a:pPr>
            <a:r>
              <a:t>References &amp; Resources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6939" y="1676400"/>
            <a:ext cx="9827261" cy="3276600"/>
          </a:xfrm>
        </p:spPr>
        <p:txBody>
          <a:bodyPr/>
          <a:lstStyle/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rPr sz="1800" b="1" dirty="0">
                <a:latin typeface="Calibri"/>
              </a:rPr>
              <a:t>NASA TMR Verification Resource: </a:t>
            </a:r>
            <a:r>
              <a:rPr sz="1800" b="0" u="sng" dirty="0">
                <a:solidFill>
                  <a:srgbClr val="003399"/>
                </a:solidFill>
                <a:latin typeface="Calibri"/>
                <a:hlinkClick r:id="rId2"/>
              </a:rPr>
              <a:t>tmbwg.github.io/</a:t>
            </a:r>
            <a:r>
              <a:rPr sz="1800" b="0" u="sng" dirty="0" err="1">
                <a:solidFill>
                  <a:srgbClr val="003399"/>
                </a:solidFill>
                <a:latin typeface="Calibri"/>
                <a:hlinkClick r:id="rId2"/>
              </a:rPr>
              <a:t>turbmodels</a:t>
            </a:r>
            <a:r>
              <a:rPr sz="1800" b="0" u="sng" dirty="0">
                <a:solidFill>
                  <a:srgbClr val="003399"/>
                </a:solidFill>
                <a:latin typeface="Calibri"/>
                <a:hlinkClick r:id="rId2"/>
              </a:rPr>
              <a:t>/index.html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rPr sz="1800" b="1" dirty="0">
                <a:latin typeface="Calibri"/>
              </a:rPr>
              <a:t>Subsonic Jet Validation Case Page: </a:t>
            </a:r>
            <a:r>
              <a:rPr sz="1800" b="0" u="sng" dirty="0">
                <a:solidFill>
                  <a:srgbClr val="003399"/>
                </a:solidFill>
                <a:latin typeface="Calibri"/>
                <a:hlinkClick r:id="rId3"/>
              </a:rPr>
              <a:t>tmbwg.github.io/</a:t>
            </a:r>
            <a:r>
              <a:rPr sz="1800" b="0" u="sng" dirty="0" err="1">
                <a:solidFill>
                  <a:srgbClr val="003399"/>
                </a:solidFill>
                <a:latin typeface="Calibri"/>
                <a:hlinkClick r:id="rId3"/>
              </a:rPr>
              <a:t>turbmodels</a:t>
            </a:r>
            <a:r>
              <a:rPr sz="1800" b="0" u="sng" dirty="0">
                <a:solidFill>
                  <a:srgbClr val="003399"/>
                </a:solidFill>
                <a:latin typeface="Calibri"/>
                <a:hlinkClick r:id="rId3"/>
              </a:rPr>
              <a:t>/jetsubsonic_val.html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rPr sz="1800" b="1" dirty="0">
                <a:latin typeface="Calibri"/>
              </a:rPr>
              <a:t>TMR Grid Definition &amp; Coordinates: </a:t>
            </a:r>
            <a:r>
              <a:rPr sz="1800" b="0" u="sng" dirty="0">
                <a:solidFill>
                  <a:srgbClr val="003399"/>
                </a:solidFill>
                <a:latin typeface="Calibri"/>
                <a:hlinkClick r:id="rId4"/>
              </a:rPr>
              <a:t>tmbwg.github.io/</a:t>
            </a:r>
            <a:r>
              <a:rPr sz="1800" b="0" u="sng" dirty="0" err="1">
                <a:solidFill>
                  <a:srgbClr val="003399"/>
                </a:solidFill>
                <a:latin typeface="Calibri"/>
                <a:hlinkClick r:id="rId4"/>
              </a:rPr>
              <a:t>turbmodels</a:t>
            </a:r>
            <a:r>
              <a:rPr sz="1800" b="0" u="sng" dirty="0">
                <a:solidFill>
                  <a:srgbClr val="003399"/>
                </a:solidFill>
                <a:latin typeface="Calibri"/>
                <a:hlinkClick r:id="rId4"/>
              </a:rPr>
              <a:t>/jetsubsonic_grids.html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rPr sz="1800" b="1" dirty="0">
                <a:latin typeface="Calibri"/>
              </a:rPr>
              <a:t>Experimental PIV Reference Study: </a:t>
            </a:r>
            <a:r>
              <a:rPr sz="1800" b="0" u="sng" dirty="0">
                <a:solidFill>
                  <a:srgbClr val="003399"/>
                </a:solidFill>
                <a:latin typeface="Calibri"/>
                <a:hlinkClick r:id="rId5"/>
              </a:rPr>
              <a:t>NASA/TM—2011-216807 (NTRS Page)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rPr sz="1800" b="1" dirty="0">
                <a:latin typeface="Calibri"/>
              </a:rPr>
              <a:t>Direct Reference PDF Document: </a:t>
            </a:r>
            <a:r>
              <a:rPr sz="1800" b="0" u="sng" dirty="0">
                <a:solidFill>
                  <a:srgbClr val="003399"/>
                </a:solidFill>
                <a:latin typeface="Calibri"/>
                <a:hlinkClick r:id="rId6"/>
              </a:rPr>
              <a:t>NASA Glenn PIV Dataset (Direct Link)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Calibri"/>
              </a:defRPr>
            </a:pPr>
            <a:r>
              <a:t>CFD Study of Compressible Flow in ARN2 Nozzle  |  Prashant Kamble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Calibri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944F7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</TotalTime>
  <Words>2331</Words>
  <Application>Microsoft Office PowerPoint</Application>
  <PresentationFormat>Widescreen</PresentationFormat>
  <Paragraphs>287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 MT</vt:lpstr>
      <vt:lpstr>Calibri</vt:lpstr>
      <vt:lpstr>Calibri Light</vt:lpstr>
      <vt:lpstr>Times New Roman</vt:lpstr>
      <vt:lpstr>Office Theme</vt:lpstr>
      <vt:lpstr>Compressible Flow in Converging Nozzle Prepared by: Prashant Kamble</vt:lpstr>
      <vt:lpstr>Introduction</vt:lpstr>
      <vt:lpstr>Introduction</vt:lpstr>
      <vt:lpstr>PowerPoint Presentation</vt:lpstr>
      <vt:lpstr>Geometry</vt:lpstr>
      <vt:lpstr>Mesh for ARN2 Nozzle</vt:lpstr>
      <vt:lpstr>PowerPoint Presentation</vt:lpstr>
      <vt:lpstr>Three Meshes for Mesh independence study</vt:lpstr>
      <vt:lpstr>Y+ distribution for the Fine mesh SST model</vt:lpstr>
      <vt:lpstr>Y+ vs Y* distribution for the Fine mesh SST model</vt:lpstr>
      <vt:lpstr>Y+ distribution for the Fine mesh SA model</vt:lpstr>
      <vt:lpstr>Important parameters</vt:lpstr>
      <vt:lpstr>Boundary Conditions</vt:lpstr>
      <vt:lpstr>Boundary Conditions Configuration</vt:lpstr>
      <vt:lpstr>Computational Settings</vt:lpstr>
      <vt:lpstr>Solution Convergence</vt:lpstr>
      <vt:lpstr>Solution Convergence Analysis</vt:lpstr>
      <vt:lpstr>Results – Mach No. Contours SST Coarse Mesh Y + ~ 1</vt:lpstr>
      <vt:lpstr>Validation – Velocity along centerline </vt:lpstr>
      <vt:lpstr>Centerline Velocity Validation Overview</vt:lpstr>
      <vt:lpstr>Validation – Velocity along centerline </vt:lpstr>
      <vt:lpstr>Spalart-Allmaras (SA) Grid Convergence</vt:lpstr>
      <vt:lpstr>Validation – Velocity along centerline </vt:lpstr>
      <vt:lpstr>SST k-ω Grid Convergence</vt:lpstr>
      <vt:lpstr>Validation – Velocity along centerline </vt:lpstr>
      <vt:lpstr>Turbulence Model Predictive Comparison</vt:lpstr>
      <vt:lpstr>Validation – Velocity along Y direction at X/Dj = 2</vt:lpstr>
      <vt:lpstr>Radial Velocity Validation at X/Dj = 2.0</vt:lpstr>
      <vt:lpstr>Conclusion I: Model Validation &amp; Physics</vt:lpstr>
      <vt:lpstr>Conclusion II: Grid Convergence &amp; Setup</vt:lpstr>
      <vt:lpstr>References &amp;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sijal ahmed</dc:creator>
  <cp:lastModifiedBy>best</cp:lastModifiedBy>
  <cp:revision>5</cp:revision>
  <dcterms:created xsi:type="dcterms:W3CDTF">2026-08-12T08:21:20Z</dcterms:created>
  <dcterms:modified xsi:type="dcterms:W3CDTF">2026-08-12T12:03:45Z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2025-10-08T00:00:00Z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2026-08-12T00:00:00Z</vt:filetime>
  </property>
  <property fmtid="{D5CDD505-2E9C-101B-9397-08002B2CF9AE}" pid="6" name="Producer">
    <vt:lpwstr>Microsoft® PowerPoint® 2016</vt:lpwstr>
  </property>
</Properties>
</file>